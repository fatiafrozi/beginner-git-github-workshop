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8" r:id="rId3"/>
    <p:sldId id="300" r:id="rId4"/>
    <p:sldId id="295" r:id="rId5"/>
    <p:sldId id="321" r:id="rId6"/>
    <p:sldId id="291" r:id="rId7"/>
    <p:sldId id="310" r:id="rId8"/>
    <p:sldId id="311" r:id="rId9"/>
    <p:sldId id="312" r:id="rId10"/>
    <p:sldId id="268" r:id="rId11"/>
    <p:sldId id="269" r:id="rId12"/>
    <p:sldId id="276" r:id="rId13"/>
    <p:sldId id="278" r:id="rId14"/>
    <p:sldId id="314" r:id="rId15"/>
    <p:sldId id="315" r:id="rId16"/>
    <p:sldId id="316" r:id="rId17"/>
    <p:sldId id="313" r:id="rId18"/>
    <p:sldId id="270" r:id="rId19"/>
    <p:sldId id="317" r:id="rId20"/>
    <p:sldId id="318" r:id="rId21"/>
    <p:sldId id="319" r:id="rId22"/>
    <p:sldId id="32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ti afrozi" initials="fa" lastIdx="1" clrIdx="0">
    <p:extLst>
      <p:ext uri="{19B8F6BF-5375-455C-9EA6-DF929625EA0E}">
        <p15:presenceInfo xmlns:p15="http://schemas.microsoft.com/office/powerpoint/2012/main" userId="ff2a28e7f2a2d71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4E28"/>
    <a:srgbClr val="8C6838"/>
    <a:srgbClr val="BDB071"/>
    <a:srgbClr val="000000"/>
    <a:srgbClr val="F54D27"/>
    <a:srgbClr val="00909A"/>
    <a:srgbClr val="AA5E12"/>
    <a:srgbClr val="EAE9E1"/>
    <a:srgbClr val="DFDBCB"/>
    <a:srgbClr val="F0E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02729-38CE-4F9B-96DA-126810B60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AEE9C-AF29-43DA-9695-350336EB4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84D4C-095E-4C34-B444-E223E7B3F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7E3-A317-4DE2-8BF6-A62B1CB383C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012C7-19F9-466E-A0A4-C60DEE8A5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A229E-4C08-4F30-B0BD-D62DDC96E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4A486-6960-4379-A958-5CBEDAB30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46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0C31D-A3EB-4589-8DD8-0A5A52DE6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07604-7EF4-4119-A1EE-C433381EF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91458-08B6-43A8-B461-EF312AB22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7E3-A317-4DE2-8BF6-A62B1CB383C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DDA69-45EC-4DE4-BB70-87C4A4FBF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6CFB2-4796-4D43-AC3E-3CB48D8DE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4A486-6960-4379-A958-5CBEDAB30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FA6C4-5718-4F4A-9F9D-7E7CC8E4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4D14F-C35B-49CF-B33E-38A1D4057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340BA-C9B3-4433-894D-683534B9C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7E3-A317-4DE2-8BF6-A62B1CB383C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BB10D-4395-405B-9D4F-6E1C42AE8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3A8A5-5F03-4ED1-8454-999CA5B3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4A486-6960-4379-A958-5CBEDAB30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69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64A25-B7CF-4E39-B93F-50DF11347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90454-89B3-4F27-B37C-52C2B88BF5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17E10-5E51-4210-9AE5-DFBF246F5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DBE7F-A8BE-4B5F-A77B-29F37DCE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7E3-A317-4DE2-8BF6-A62B1CB383C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7E2A6-C836-4E3E-84DC-1CED38E7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9547D-67C3-44E6-9336-0A894AF2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4A486-6960-4379-A958-5CBEDAB30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07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B6B81-E4A5-406A-9743-C9E5A137B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C71BC-8821-4B28-8F26-36BFD1206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D6BCA6-ABEA-4921-826D-FFF6B7020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1CEF1-835C-4A66-9A09-3344C93BF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4B1A36-C4DB-445A-9431-7E78DE158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618F5D-BBB3-4EB6-A5A7-0446B7D41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7E3-A317-4DE2-8BF6-A62B1CB383C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177763-EBA1-47FF-8D74-AF6DA8EA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C33EF7-70AA-4806-94A3-0243B067F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4A486-6960-4379-A958-5CBEDAB30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89E7-7559-47DF-8EA8-981D088A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75BD1-0383-4D09-9DB0-2DFC8672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7E3-A317-4DE2-8BF6-A62B1CB383C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9E93C-72DD-4470-848F-E7CEA3E54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C16348-D847-4B1A-B753-919C6346C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4A486-6960-4379-A958-5CBEDAB30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13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83147C-30EB-423C-A1AF-9B5A5331D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7E3-A317-4DE2-8BF6-A62B1CB383C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7480A-2587-44A7-B87E-7EB30BD0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B0175-CD56-423B-835D-4C91CE3BE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4A486-6960-4379-A958-5CBEDAB30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31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0461A-9F98-47AD-8762-C831CA271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C1294-68D8-4F19-BAEB-16EE4123F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3DD6-3D32-4F2A-9185-8F625360C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C9EB9-F30B-47DB-B874-0A436853D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7E3-A317-4DE2-8BF6-A62B1CB383C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0EF2A-909B-447A-84D5-5D572B2ED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0F43E-9145-456F-8D0B-6FE29343B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4A486-6960-4379-A958-5CBEDAB30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8891-199D-478B-98DE-224E4F5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1F766D-5AE2-4780-9DC7-E105030A18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4855EC-6DB0-4AB3-BDF4-DBF50BE3B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CA5EE-DB0D-4273-BDCE-3261E3460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7E3-A317-4DE2-8BF6-A62B1CB383C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0E542-CD3E-4926-8894-070196764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18620-7CB4-49BA-A0BD-34590487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4A486-6960-4379-A958-5CBEDAB30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5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AE29-3CE7-483F-90B2-E6A3B5E90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EB16E-6E81-4AEF-B6D3-3595AB0BA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AF693-50E8-42F6-86CE-A2E51C91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7E3-A317-4DE2-8BF6-A62B1CB383C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F9B63-F896-4FF4-B4E2-C72FEB691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027AA-BF46-41E4-AE00-696819B99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4A486-6960-4379-A958-5CBEDAB30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20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D66A92-75BA-49DA-B191-7AC5263B2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6448C-AD75-478F-A2FC-C282DC281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40F97-A74F-44BF-BCF8-7BA695CCE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7E3-A317-4DE2-8BF6-A62B1CB383C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EDE56-1500-4CBC-9396-B88CAB998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8F1A9-19E6-41F6-95C0-B09F1CA50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4A486-6960-4379-A958-5CBEDAB30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3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F5F404-87B4-4974-A717-DA9506D1B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4ACEE-2597-4B2B-AAC8-105030D27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11A61-2773-4F4D-832D-572C71AF4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87E3-A317-4DE2-8BF6-A62B1CB383C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F6CFA-E7E0-4298-BD47-B4A09D1B1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46ECF-7ADA-499A-90B7-36D52096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C4A486-6960-4379-A958-5CBEDAB30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2270FC6-C8AB-4815-BF36-2F51BDA593BF}"/>
              </a:ext>
            </a:extLst>
          </p:cNvPr>
          <p:cNvSpPr/>
          <p:nvPr/>
        </p:nvSpPr>
        <p:spPr>
          <a:xfrm>
            <a:off x="0" y="1286"/>
            <a:ext cx="12192000" cy="6858000"/>
          </a:xfrm>
          <a:prstGeom prst="rect">
            <a:avLst/>
          </a:prstGeom>
          <a:solidFill>
            <a:srgbClr val="EA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AB9780-FEFA-4E81-9276-9E2597D3D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1299" y="2077736"/>
            <a:ext cx="9144000" cy="2387600"/>
          </a:xfrm>
        </p:spPr>
        <p:txBody>
          <a:bodyPr/>
          <a:lstStyle/>
          <a:p>
            <a:r>
              <a:rPr lang="en-US" dirty="0">
                <a:latin typeface="Arial Nova" panose="020B0504020202020204" pitchFamily="34" charset="0"/>
                <a:cs typeface="B Arshia" panose="00000400000000000000" pitchFamily="2" charset="-78"/>
              </a:rPr>
              <a:t>What is git?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23958-FB32-488E-8099-34FC6583B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220" y="2118166"/>
            <a:ext cx="3635548" cy="1520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85567E-1BEB-45C5-A466-280A117FC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703" y="6858000"/>
            <a:ext cx="741045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253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A3326A-43B1-47C2-9E84-5A2083231D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0EE655F-3C15-48F1-B76D-C973907E3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83" y="539262"/>
            <a:ext cx="2322315" cy="9711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958C40-A489-4CC1-8B85-2842D187F2ED}"/>
              </a:ext>
            </a:extLst>
          </p:cNvPr>
          <p:cNvSpPr txBox="1"/>
          <p:nvPr/>
        </p:nvSpPr>
        <p:spPr>
          <a:xfrm>
            <a:off x="4095681" y="1156469"/>
            <a:ext cx="8096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Nova" panose="020B0504020202020204" pitchFamily="34" charset="0"/>
                <a:cs typeface="B Arshia" panose="00000400000000000000" pitchFamily="2" charset="-78"/>
              </a:rPr>
              <a:t>What is system version control?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7660291-D4BA-4156-B0A4-2E1637E74CEE}"/>
              </a:ext>
            </a:extLst>
          </p:cNvPr>
          <p:cNvGrpSpPr/>
          <p:nvPr/>
        </p:nvGrpSpPr>
        <p:grpSpPr>
          <a:xfrm>
            <a:off x="3140618" y="2428240"/>
            <a:ext cx="9567991" cy="4719938"/>
            <a:chOff x="3140618" y="2428240"/>
            <a:chExt cx="9567991" cy="4719938"/>
          </a:xfrm>
          <a:solidFill>
            <a:srgbClr val="EAE9E1"/>
          </a:solidFill>
        </p:grpSpPr>
        <p:sp>
          <p:nvSpPr>
            <p:cNvPr id="49" name="Rectangle 5">
              <a:extLst>
                <a:ext uri="{FF2B5EF4-FFF2-40B4-BE49-F238E27FC236}">
                  <a16:creationId xmlns:a16="http://schemas.microsoft.com/office/drawing/2014/main" id="{A6A7C716-DF04-42E5-917E-E1A22147693E}"/>
                </a:ext>
              </a:extLst>
            </p:cNvPr>
            <p:cNvSpPr/>
            <p:nvPr/>
          </p:nvSpPr>
          <p:spPr>
            <a:xfrm>
              <a:off x="4744271" y="2428240"/>
              <a:ext cx="7964338" cy="4719938"/>
            </a:xfrm>
            <a:custGeom>
              <a:avLst/>
              <a:gdLst>
                <a:gd name="connsiteX0" fmla="*/ 0 w 3026128"/>
                <a:gd name="connsiteY0" fmla="*/ 0 h 2822158"/>
                <a:gd name="connsiteX1" fmla="*/ 3026128 w 3026128"/>
                <a:gd name="connsiteY1" fmla="*/ 0 h 2822158"/>
                <a:gd name="connsiteX2" fmla="*/ 3026128 w 3026128"/>
                <a:gd name="connsiteY2" fmla="*/ 2822158 h 2822158"/>
                <a:gd name="connsiteX3" fmla="*/ 0 w 3026128"/>
                <a:gd name="connsiteY3" fmla="*/ 2822158 h 2822158"/>
                <a:gd name="connsiteX4" fmla="*/ 0 w 3026128"/>
                <a:gd name="connsiteY4" fmla="*/ 0 h 2822158"/>
                <a:gd name="connsiteX0" fmla="*/ 0 w 3026128"/>
                <a:gd name="connsiteY0" fmla="*/ 426720 h 3248878"/>
                <a:gd name="connsiteX1" fmla="*/ 770608 w 3026128"/>
                <a:gd name="connsiteY1" fmla="*/ 0 h 3248878"/>
                <a:gd name="connsiteX2" fmla="*/ 3026128 w 3026128"/>
                <a:gd name="connsiteY2" fmla="*/ 3248878 h 3248878"/>
                <a:gd name="connsiteX3" fmla="*/ 0 w 3026128"/>
                <a:gd name="connsiteY3" fmla="*/ 3248878 h 3248878"/>
                <a:gd name="connsiteX4" fmla="*/ 0 w 3026128"/>
                <a:gd name="connsiteY4" fmla="*/ 426720 h 3248878"/>
                <a:gd name="connsiteX0" fmla="*/ 0 w 3026128"/>
                <a:gd name="connsiteY0" fmla="*/ 518160 h 3248878"/>
                <a:gd name="connsiteX1" fmla="*/ 770608 w 3026128"/>
                <a:gd name="connsiteY1" fmla="*/ 0 h 3248878"/>
                <a:gd name="connsiteX2" fmla="*/ 3026128 w 3026128"/>
                <a:gd name="connsiteY2" fmla="*/ 3248878 h 3248878"/>
                <a:gd name="connsiteX3" fmla="*/ 0 w 3026128"/>
                <a:gd name="connsiteY3" fmla="*/ 3248878 h 3248878"/>
                <a:gd name="connsiteX4" fmla="*/ 0 w 3026128"/>
                <a:gd name="connsiteY4" fmla="*/ 518160 h 3248878"/>
                <a:gd name="connsiteX0" fmla="*/ 0 w 3036288"/>
                <a:gd name="connsiteY0" fmla="*/ 447040 h 3248878"/>
                <a:gd name="connsiteX1" fmla="*/ 780768 w 3036288"/>
                <a:gd name="connsiteY1" fmla="*/ 0 h 3248878"/>
                <a:gd name="connsiteX2" fmla="*/ 3036288 w 3036288"/>
                <a:gd name="connsiteY2" fmla="*/ 3248878 h 3248878"/>
                <a:gd name="connsiteX3" fmla="*/ 10160 w 3036288"/>
                <a:gd name="connsiteY3" fmla="*/ 3248878 h 3248878"/>
                <a:gd name="connsiteX4" fmla="*/ 0 w 3036288"/>
                <a:gd name="connsiteY4" fmla="*/ 447040 h 3248878"/>
                <a:gd name="connsiteX0" fmla="*/ 0 w 7953728"/>
                <a:gd name="connsiteY0" fmla="*/ 447040 h 3553678"/>
                <a:gd name="connsiteX1" fmla="*/ 780768 w 7953728"/>
                <a:gd name="connsiteY1" fmla="*/ 0 h 3553678"/>
                <a:gd name="connsiteX2" fmla="*/ 7953728 w 7953728"/>
                <a:gd name="connsiteY2" fmla="*/ 3553678 h 3553678"/>
                <a:gd name="connsiteX3" fmla="*/ 10160 w 7953728"/>
                <a:gd name="connsiteY3" fmla="*/ 3248878 h 3553678"/>
                <a:gd name="connsiteX4" fmla="*/ 0 w 7953728"/>
                <a:gd name="connsiteY4" fmla="*/ 447040 h 3553678"/>
                <a:gd name="connsiteX0" fmla="*/ 0 w 7953728"/>
                <a:gd name="connsiteY0" fmla="*/ 1595120 h 4701758"/>
                <a:gd name="connsiteX1" fmla="*/ 2751808 w 7953728"/>
                <a:gd name="connsiteY1" fmla="*/ 0 h 4701758"/>
                <a:gd name="connsiteX2" fmla="*/ 7953728 w 7953728"/>
                <a:gd name="connsiteY2" fmla="*/ 4701758 h 4701758"/>
                <a:gd name="connsiteX3" fmla="*/ 10160 w 7953728"/>
                <a:gd name="connsiteY3" fmla="*/ 4396958 h 4701758"/>
                <a:gd name="connsiteX4" fmla="*/ 0 w 7953728"/>
                <a:gd name="connsiteY4" fmla="*/ 1595120 h 4701758"/>
                <a:gd name="connsiteX0" fmla="*/ 10610 w 7964338"/>
                <a:gd name="connsiteY0" fmla="*/ 1595120 h 4701758"/>
                <a:gd name="connsiteX1" fmla="*/ 2762418 w 7964338"/>
                <a:gd name="connsiteY1" fmla="*/ 0 h 4701758"/>
                <a:gd name="connsiteX2" fmla="*/ 7964338 w 7964338"/>
                <a:gd name="connsiteY2" fmla="*/ 4701758 h 4701758"/>
                <a:gd name="connsiteX3" fmla="*/ 450 w 7964338"/>
                <a:gd name="connsiteY3" fmla="*/ 4518878 h 4701758"/>
                <a:gd name="connsiteX4" fmla="*/ 10610 w 7964338"/>
                <a:gd name="connsiteY4" fmla="*/ 1595120 h 4701758"/>
                <a:gd name="connsiteX0" fmla="*/ 10610 w 7964338"/>
                <a:gd name="connsiteY0" fmla="*/ 1595120 h 4701758"/>
                <a:gd name="connsiteX1" fmla="*/ 2762418 w 7964338"/>
                <a:gd name="connsiteY1" fmla="*/ 0 h 4701758"/>
                <a:gd name="connsiteX2" fmla="*/ 5344609 w 7964338"/>
                <a:gd name="connsiteY2" fmla="*/ 2349100 h 4701758"/>
                <a:gd name="connsiteX3" fmla="*/ 7964338 w 7964338"/>
                <a:gd name="connsiteY3" fmla="*/ 4701758 h 4701758"/>
                <a:gd name="connsiteX4" fmla="*/ 450 w 7964338"/>
                <a:gd name="connsiteY4" fmla="*/ 4518878 h 4701758"/>
                <a:gd name="connsiteX5" fmla="*/ 10610 w 7964338"/>
                <a:gd name="connsiteY5" fmla="*/ 1595120 h 4701758"/>
                <a:gd name="connsiteX0" fmla="*/ 10610 w 7964338"/>
                <a:gd name="connsiteY0" fmla="*/ 1613300 h 4719938"/>
                <a:gd name="connsiteX1" fmla="*/ 2762418 w 7964338"/>
                <a:gd name="connsiteY1" fmla="*/ 18180 h 4719938"/>
                <a:gd name="connsiteX2" fmla="*/ 7945569 w 7964338"/>
                <a:gd name="connsiteY2" fmla="*/ 0 h 4719938"/>
                <a:gd name="connsiteX3" fmla="*/ 7964338 w 7964338"/>
                <a:gd name="connsiteY3" fmla="*/ 4719938 h 4719938"/>
                <a:gd name="connsiteX4" fmla="*/ 450 w 7964338"/>
                <a:gd name="connsiteY4" fmla="*/ 4537058 h 4719938"/>
                <a:gd name="connsiteX5" fmla="*/ 10610 w 7964338"/>
                <a:gd name="connsiteY5" fmla="*/ 1613300 h 4719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64338" h="4719938">
                  <a:moveTo>
                    <a:pt x="10610" y="1613300"/>
                  </a:moveTo>
                  <a:lnTo>
                    <a:pt x="2762418" y="18180"/>
                  </a:lnTo>
                  <a:lnTo>
                    <a:pt x="7945569" y="0"/>
                  </a:lnTo>
                  <a:cubicBezTo>
                    <a:pt x="7951825" y="1573313"/>
                    <a:pt x="7958082" y="3146625"/>
                    <a:pt x="7964338" y="4719938"/>
                  </a:cubicBezTo>
                  <a:lnTo>
                    <a:pt x="450" y="4537058"/>
                  </a:lnTo>
                  <a:cubicBezTo>
                    <a:pt x="-2937" y="3603112"/>
                    <a:pt x="13997" y="2547246"/>
                    <a:pt x="10610" y="161330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6">
              <a:extLst>
                <a:ext uri="{FF2B5EF4-FFF2-40B4-BE49-F238E27FC236}">
                  <a16:creationId xmlns:a16="http://schemas.microsoft.com/office/drawing/2014/main" id="{EFDE9153-7A91-4CBB-85DE-15E4B7905AF4}"/>
                </a:ext>
              </a:extLst>
            </p:cNvPr>
            <p:cNvSpPr/>
            <p:nvPr/>
          </p:nvSpPr>
          <p:spPr>
            <a:xfrm>
              <a:off x="3140618" y="3248105"/>
              <a:ext cx="1866642" cy="3653990"/>
            </a:xfrm>
            <a:custGeom>
              <a:avLst/>
              <a:gdLst>
                <a:gd name="connsiteX0" fmla="*/ 0 w 1531362"/>
                <a:gd name="connsiteY0" fmla="*/ 0 h 3440630"/>
                <a:gd name="connsiteX1" fmla="*/ 1531362 w 1531362"/>
                <a:gd name="connsiteY1" fmla="*/ 0 h 3440630"/>
                <a:gd name="connsiteX2" fmla="*/ 1531362 w 1531362"/>
                <a:gd name="connsiteY2" fmla="*/ 3440630 h 3440630"/>
                <a:gd name="connsiteX3" fmla="*/ 0 w 1531362"/>
                <a:gd name="connsiteY3" fmla="*/ 3440630 h 3440630"/>
                <a:gd name="connsiteX4" fmla="*/ 0 w 1531362"/>
                <a:gd name="connsiteY4" fmla="*/ 0 h 3440630"/>
                <a:gd name="connsiteX0" fmla="*/ 0 w 1531362"/>
                <a:gd name="connsiteY0" fmla="*/ 0 h 3440630"/>
                <a:gd name="connsiteX1" fmla="*/ 1287522 w 1531362"/>
                <a:gd name="connsiteY1" fmla="*/ 843280 h 3440630"/>
                <a:gd name="connsiteX2" fmla="*/ 1531362 w 1531362"/>
                <a:gd name="connsiteY2" fmla="*/ 3440630 h 3440630"/>
                <a:gd name="connsiteX3" fmla="*/ 0 w 1531362"/>
                <a:gd name="connsiteY3" fmla="*/ 3440630 h 3440630"/>
                <a:gd name="connsiteX4" fmla="*/ 0 w 1531362"/>
                <a:gd name="connsiteY4" fmla="*/ 0 h 3440630"/>
                <a:gd name="connsiteX0" fmla="*/ 0 w 1531362"/>
                <a:gd name="connsiteY0" fmla="*/ 0 h 3440630"/>
                <a:gd name="connsiteX1" fmla="*/ 1511042 w 1531362"/>
                <a:gd name="connsiteY1" fmla="*/ 548640 h 3440630"/>
                <a:gd name="connsiteX2" fmla="*/ 1531362 w 1531362"/>
                <a:gd name="connsiteY2" fmla="*/ 3440630 h 3440630"/>
                <a:gd name="connsiteX3" fmla="*/ 0 w 1531362"/>
                <a:gd name="connsiteY3" fmla="*/ 3440630 h 3440630"/>
                <a:gd name="connsiteX4" fmla="*/ 0 w 1531362"/>
                <a:gd name="connsiteY4" fmla="*/ 0 h 3440630"/>
                <a:gd name="connsiteX0" fmla="*/ 243840 w 1531362"/>
                <a:gd name="connsiteY0" fmla="*/ 0 h 3653990"/>
                <a:gd name="connsiteX1" fmla="*/ 1511042 w 1531362"/>
                <a:gd name="connsiteY1" fmla="*/ 762000 h 3653990"/>
                <a:gd name="connsiteX2" fmla="*/ 1531362 w 1531362"/>
                <a:gd name="connsiteY2" fmla="*/ 3653990 h 3653990"/>
                <a:gd name="connsiteX3" fmla="*/ 0 w 1531362"/>
                <a:gd name="connsiteY3" fmla="*/ 3653990 h 3653990"/>
                <a:gd name="connsiteX4" fmla="*/ 243840 w 1531362"/>
                <a:gd name="connsiteY4" fmla="*/ 0 h 3653990"/>
                <a:gd name="connsiteX0" fmla="*/ 243840 w 1795522"/>
                <a:gd name="connsiteY0" fmla="*/ 0 h 3653990"/>
                <a:gd name="connsiteX1" fmla="*/ 1795522 w 1795522"/>
                <a:gd name="connsiteY1" fmla="*/ 924560 h 3653990"/>
                <a:gd name="connsiteX2" fmla="*/ 1531362 w 1795522"/>
                <a:gd name="connsiteY2" fmla="*/ 3653990 h 3653990"/>
                <a:gd name="connsiteX3" fmla="*/ 0 w 1795522"/>
                <a:gd name="connsiteY3" fmla="*/ 3653990 h 3653990"/>
                <a:gd name="connsiteX4" fmla="*/ 243840 w 1795522"/>
                <a:gd name="connsiteY4" fmla="*/ 0 h 3653990"/>
                <a:gd name="connsiteX0" fmla="*/ 243840 w 1866642"/>
                <a:gd name="connsiteY0" fmla="*/ 0 h 3653990"/>
                <a:gd name="connsiteX1" fmla="*/ 1795522 w 1866642"/>
                <a:gd name="connsiteY1" fmla="*/ 924560 h 3653990"/>
                <a:gd name="connsiteX2" fmla="*/ 1866642 w 1866642"/>
                <a:gd name="connsiteY2" fmla="*/ 3653990 h 3653990"/>
                <a:gd name="connsiteX3" fmla="*/ 0 w 1866642"/>
                <a:gd name="connsiteY3" fmla="*/ 3653990 h 3653990"/>
                <a:gd name="connsiteX4" fmla="*/ 243840 w 1866642"/>
                <a:gd name="connsiteY4" fmla="*/ 0 h 3653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6642" h="3653990">
                  <a:moveTo>
                    <a:pt x="243840" y="0"/>
                  </a:moveTo>
                  <a:lnTo>
                    <a:pt x="1795522" y="924560"/>
                  </a:lnTo>
                  <a:lnTo>
                    <a:pt x="1866642" y="3653990"/>
                  </a:lnTo>
                  <a:lnTo>
                    <a:pt x="0" y="3653990"/>
                  </a:lnTo>
                  <a:lnTo>
                    <a:pt x="2438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1" name="Rectangle 6">
            <a:extLst>
              <a:ext uri="{FF2B5EF4-FFF2-40B4-BE49-F238E27FC236}">
                <a16:creationId xmlns:a16="http://schemas.microsoft.com/office/drawing/2014/main" id="{F2DF8CAD-6EA8-469C-808C-6D57AE7DD177}"/>
              </a:ext>
            </a:extLst>
          </p:cNvPr>
          <p:cNvSpPr/>
          <p:nvPr/>
        </p:nvSpPr>
        <p:spPr>
          <a:xfrm rot="444827">
            <a:off x="2376218" y="3356398"/>
            <a:ext cx="3446083" cy="3653990"/>
          </a:xfrm>
          <a:custGeom>
            <a:avLst/>
            <a:gdLst>
              <a:gd name="connsiteX0" fmla="*/ 0 w 1531362"/>
              <a:gd name="connsiteY0" fmla="*/ 0 h 3440630"/>
              <a:gd name="connsiteX1" fmla="*/ 1531362 w 1531362"/>
              <a:gd name="connsiteY1" fmla="*/ 0 h 3440630"/>
              <a:gd name="connsiteX2" fmla="*/ 1531362 w 1531362"/>
              <a:gd name="connsiteY2" fmla="*/ 3440630 h 3440630"/>
              <a:gd name="connsiteX3" fmla="*/ 0 w 1531362"/>
              <a:gd name="connsiteY3" fmla="*/ 3440630 h 3440630"/>
              <a:gd name="connsiteX4" fmla="*/ 0 w 1531362"/>
              <a:gd name="connsiteY4" fmla="*/ 0 h 3440630"/>
              <a:gd name="connsiteX0" fmla="*/ 0 w 1531362"/>
              <a:gd name="connsiteY0" fmla="*/ 0 h 3440630"/>
              <a:gd name="connsiteX1" fmla="*/ 1287522 w 1531362"/>
              <a:gd name="connsiteY1" fmla="*/ 843280 h 3440630"/>
              <a:gd name="connsiteX2" fmla="*/ 1531362 w 1531362"/>
              <a:gd name="connsiteY2" fmla="*/ 3440630 h 3440630"/>
              <a:gd name="connsiteX3" fmla="*/ 0 w 1531362"/>
              <a:gd name="connsiteY3" fmla="*/ 3440630 h 3440630"/>
              <a:gd name="connsiteX4" fmla="*/ 0 w 1531362"/>
              <a:gd name="connsiteY4" fmla="*/ 0 h 3440630"/>
              <a:gd name="connsiteX0" fmla="*/ 0 w 1531362"/>
              <a:gd name="connsiteY0" fmla="*/ 0 h 3440630"/>
              <a:gd name="connsiteX1" fmla="*/ 1511042 w 1531362"/>
              <a:gd name="connsiteY1" fmla="*/ 548640 h 3440630"/>
              <a:gd name="connsiteX2" fmla="*/ 1531362 w 1531362"/>
              <a:gd name="connsiteY2" fmla="*/ 3440630 h 3440630"/>
              <a:gd name="connsiteX3" fmla="*/ 0 w 1531362"/>
              <a:gd name="connsiteY3" fmla="*/ 3440630 h 3440630"/>
              <a:gd name="connsiteX4" fmla="*/ 0 w 1531362"/>
              <a:gd name="connsiteY4" fmla="*/ 0 h 3440630"/>
              <a:gd name="connsiteX0" fmla="*/ 243840 w 1531362"/>
              <a:gd name="connsiteY0" fmla="*/ 0 h 3653990"/>
              <a:gd name="connsiteX1" fmla="*/ 1511042 w 1531362"/>
              <a:gd name="connsiteY1" fmla="*/ 762000 h 3653990"/>
              <a:gd name="connsiteX2" fmla="*/ 1531362 w 1531362"/>
              <a:gd name="connsiteY2" fmla="*/ 3653990 h 3653990"/>
              <a:gd name="connsiteX3" fmla="*/ 0 w 1531362"/>
              <a:gd name="connsiteY3" fmla="*/ 3653990 h 3653990"/>
              <a:gd name="connsiteX4" fmla="*/ 243840 w 1531362"/>
              <a:gd name="connsiteY4" fmla="*/ 0 h 3653990"/>
              <a:gd name="connsiteX0" fmla="*/ 243840 w 1795522"/>
              <a:gd name="connsiteY0" fmla="*/ 0 h 3653990"/>
              <a:gd name="connsiteX1" fmla="*/ 1795522 w 1795522"/>
              <a:gd name="connsiteY1" fmla="*/ 924560 h 3653990"/>
              <a:gd name="connsiteX2" fmla="*/ 1531362 w 1795522"/>
              <a:gd name="connsiteY2" fmla="*/ 3653990 h 3653990"/>
              <a:gd name="connsiteX3" fmla="*/ 0 w 1795522"/>
              <a:gd name="connsiteY3" fmla="*/ 3653990 h 3653990"/>
              <a:gd name="connsiteX4" fmla="*/ 243840 w 1795522"/>
              <a:gd name="connsiteY4" fmla="*/ 0 h 3653990"/>
              <a:gd name="connsiteX0" fmla="*/ 243840 w 1866642"/>
              <a:gd name="connsiteY0" fmla="*/ 0 h 3653990"/>
              <a:gd name="connsiteX1" fmla="*/ 1795522 w 1866642"/>
              <a:gd name="connsiteY1" fmla="*/ 924560 h 3653990"/>
              <a:gd name="connsiteX2" fmla="*/ 1866642 w 1866642"/>
              <a:gd name="connsiteY2" fmla="*/ 3653990 h 3653990"/>
              <a:gd name="connsiteX3" fmla="*/ 0 w 1866642"/>
              <a:gd name="connsiteY3" fmla="*/ 3653990 h 3653990"/>
              <a:gd name="connsiteX4" fmla="*/ 243840 w 1866642"/>
              <a:gd name="connsiteY4" fmla="*/ 0 h 3653990"/>
              <a:gd name="connsiteX0" fmla="*/ 243840 w 1866642"/>
              <a:gd name="connsiteY0" fmla="*/ 0 h 3653990"/>
              <a:gd name="connsiteX1" fmla="*/ 1795522 w 1866642"/>
              <a:gd name="connsiteY1" fmla="*/ 924560 h 3653990"/>
              <a:gd name="connsiteX2" fmla="*/ 1866642 w 1866642"/>
              <a:gd name="connsiteY2" fmla="*/ 3653990 h 3653990"/>
              <a:gd name="connsiteX3" fmla="*/ 0 w 1866642"/>
              <a:gd name="connsiteY3" fmla="*/ 3653990 h 3653990"/>
              <a:gd name="connsiteX4" fmla="*/ 243840 w 1866642"/>
              <a:gd name="connsiteY4" fmla="*/ 0 h 3653990"/>
              <a:gd name="connsiteX0" fmla="*/ 243840 w 1866642"/>
              <a:gd name="connsiteY0" fmla="*/ 0 h 3653990"/>
              <a:gd name="connsiteX1" fmla="*/ 1434092 w 1866642"/>
              <a:gd name="connsiteY1" fmla="*/ 693294 h 3653990"/>
              <a:gd name="connsiteX2" fmla="*/ 1795522 w 1866642"/>
              <a:gd name="connsiteY2" fmla="*/ 924560 h 3653990"/>
              <a:gd name="connsiteX3" fmla="*/ 1866642 w 1866642"/>
              <a:gd name="connsiteY3" fmla="*/ 3653990 h 3653990"/>
              <a:gd name="connsiteX4" fmla="*/ 0 w 1866642"/>
              <a:gd name="connsiteY4" fmla="*/ 3653990 h 3653990"/>
              <a:gd name="connsiteX5" fmla="*/ 243840 w 1866642"/>
              <a:gd name="connsiteY5" fmla="*/ 0 h 3653990"/>
              <a:gd name="connsiteX0" fmla="*/ 243840 w 1866642"/>
              <a:gd name="connsiteY0" fmla="*/ 0 h 3653990"/>
              <a:gd name="connsiteX1" fmla="*/ 1452743 w 1866642"/>
              <a:gd name="connsiteY1" fmla="*/ 688814 h 3653990"/>
              <a:gd name="connsiteX2" fmla="*/ 1795522 w 1866642"/>
              <a:gd name="connsiteY2" fmla="*/ 924560 h 3653990"/>
              <a:gd name="connsiteX3" fmla="*/ 1866642 w 1866642"/>
              <a:gd name="connsiteY3" fmla="*/ 3653990 h 3653990"/>
              <a:gd name="connsiteX4" fmla="*/ 0 w 1866642"/>
              <a:gd name="connsiteY4" fmla="*/ 3653990 h 3653990"/>
              <a:gd name="connsiteX5" fmla="*/ 243840 w 1866642"/>
              <a:gd name="connsiteY5" fmla="*/ 0 h 3653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6642" h="3653990">
                <a:moveTo>
                  <a:pt x="243840" y="0"/>
                </a:moveTo>
                <a:lnTo>
                  <a:pt x="1452743" y="688814"/>
                </a:lnTo>
                <a:lnTo>
                  <a:pt x="1795522" y="924560"/>
                </a:lnTo>
                <a:lnTo>
                  <a:pt x="1866642" y="3653990"/>
                </a:lnTo>
                <a:lnTo>
                  <a:pt x="0" y="3653990"/>
                </a:lnTo>
                <a:lnTo>
                  <a:pt x="243840" y="0"/>
                </a:lnTo>
                <a:close/>
              </a:path>
            </a:pathLst>
          </a:custGeom>
          <a:solidFill>
            <a:srgbClr val="EA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AC156156-8AC6-4699-A305-1B076DFB23AC}"/>
              </a:ext>
            </a:extLst>
          </p:cNvPr>
          <p:cNvSpPr/>
          <p:nvPr/>
        </p:nvSpPr>
        <p:spPr>
          <a:xfrm>
            <a:off x="4747623" y="2363913"/>
            <a:ext cx="7576521" cy="4919112"/>
          </a:xfrm>
          <a:custGeom>
            <a:avLst/>
            <a:gdLst>
              <a:gd name="connsiteX0" fmla="*/ 7682853 w 7701002"/>
              <a:gd name="connsiteY0" fmla="*/ 0 h 4714240"/>
              <a:gd name="connsiteX1" fmla="*/ 7701002 w 7701002"/>
              <a:gd name="connsiteY1" fmla="*/ 4714240 h 4714240"/>
              <a:gd name="connsiteX2" fmla="*/ 88 w 7701002"/>
              <a:gd name="connsiteY2" fmla="*/ 4531581 h 4714240"/>
              <a:gd name="connsiteX3" fmla="*/ 0 w 7701002"/>
              <a:gd name="connsiteY3" fmla="*/ 4450079 h 4714240"/>
              <a:gd name="connsiteX4" fmla="*/ 622233 w 7701002"/>
              <a:gd name="connsiteY4" fmla="*/ 4450079 h 4714240"/>
              <a:gd name="connsiteX5" fmla="*/ 622233 w 7701002"/>
              <a:gd name="connsiteY5" fmla="*/ 2406056 h 4714240"/>
              <a:gd name="connsiteX6" fmla="*/ 8858 w 7701002"/>
              <a:gd name="connsiteY6" fmla="*/ 2406056 h 4714240"/>
              <a:gd name="connsiteX7" fmla="*/ 9299 w 7701002"/>
              <a:gd name="connsiteY7" fmla="*/ 2329994 h 4714240"/>
              <a:gd name="connsiteX8" fmla="*/ 9913 w 7701002"/>
              <a:gd name="connsiteY8" fmla="*/ 1611353 h 4714240"/>
              <a:gd name="connsiteX9" fmla="*/ 2670854 w 7701002"/>
              <a:gd name="connsiteY9" fmla="*/ 18158 h 4714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01002" h="4714240">
                <a:moveTo>
                  <a:pt x="7682853" y="0"/>
                </a:moveTo>
                <a:cubicBezTo>
                  <a:pt x="7688902" y="1571414"/>
                  <a:pt x="7694952" y="3142826"/>
                  <a:pt x="7701002" y="4714240"/>
                </a:cubicBezTo>
                <a:lnTo>
                  <a:pt x="88" y="4531581"/>
                </a:lnTo>
                <a:lnTo>
                  <a:pt x="0" y="4450079"/>
                </a:lnTo>
                <a:lnTo>
                  <a:pt x="622233" y="4450079"/>
                </a:lnTo>
                <a:lnTo>
                  <a:pt x="622233" y="2406056"/>
                </a:lnTo>
                <a:lnTo>
                  <a:pt x="8858" y="2406056"/>
                </a:lnTo>
                <a:lnTo>
                  <a:pt x="9299" y="2329994"/>
                </a:lnTo>
                <a:cubicBezTo>
                  <a:pt x="10322" y="2085373"/>
                  <a:pt x="10732" y="1844557"/>
                  <a:pt x="9913" y="1611353"/>
                </a:cubicBezTo>
                <a:lnTo>
                  <a:pt x="2670854" y="18158"/>
                </a:lnTo>
                <a:close/>
              </a:path>
            </a:pathLst>
          </a:custGeom>
          <a:solidFill>
            <a:srgbClr val="EA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559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9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A3326A-43B1-47C2-9E84-5A2083231D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0EE655F-3C15-48F1-B76D-C973907E3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83" y="539262"/>
            <a:ext cx="2322315" cy="9711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958C40-A489-4CC1-8B85-2842D187F2ED}"/>
              </a:ext>
            </a:extLst>
          </p:cNvPr>
          <p:cNvSpPr txBox="1"/>
          <p:nvPr/>
        </p:nvSpPr>
        <p:spPr>
          <a:xfrm>
            <a:off x="4257266" y="1380339"/>
            <a:ext cx="87769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rial Nova" panose="020B0504020202020204" pitchFamily="34" charset="0"/>
                <a:cs typeface="B Arshia" panose="00000400000000000000" pitchFamily="2" charset="-78"/>
              </a:rPr>
              <a:t>System version control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F4CF75-9491-4047-9B40-BF6AEB2C4A35}"/>
              </a:ext>
            </a:extLst>
          </p:cNvPr>
          <p:cNvGrpSpPr/>
          <p:nvPr/>
        </p:nvGrpSpPr>
        <p:grpSpPr>
          <a:xfrm>
            <a:off x="3769360" y="2214881"/>
            <a:ext cx="11460241" cy="7451800"/>
            <a:chOff x="4033520" y="2145133"/>
            <a:chExt cx="10498139" cy="677386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1304EA9-D6F2-4C5B-88B5-A791FC1F9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3520" y="2145133"/>
              <a:ext cx="10498139" cy="6773863"/>
            </a:xfrm>
            <a:prstGeom prst="rect">
              <a:avLst/>
            </a:prstGeom>
          </p:spPr>
        </p:pic>
        <p:sp>
          <p:nvSpPr>
            <p:cNvPr id="8" name="Callout: Down Arrow 7">
              <a:extLst>
                <a:ext uri="{FF2B5EF4-FFF2-40B4-BE49-F238E27FC236}">
                  <a16:creationId xmlns:a16="http://schemas.microsoft.com/office/drawing/2014/main" id="{D9462780-0A87-4B2C-A4F4-A1D6F8A436B5}"/>
                </a:ext>
              </a:extLst>
            </p:cNvPr>
            <p:cNvSpPr/>
            <p:nvPr/>
          </p:nvSpPr>
          <p:spPr>
            <a:xfrm>
              <a:off x="4234435" y="2407227"/>
              <a:ext cx="1238795" cy="1015663"/>
            </a:xfrm>
            <a:prstGeom prst="downArrowCallout">
              <a:avLst>
                <a:gd name="adj1" fmla="val 25000"/>
                <a:gd name="adj2" fmla="val 25000"/>
                <a:gd name="adj3" fmla="val 25000"/>
                <a:gd name="adj4" fmla="val 58875"/>
              </a:avLst>
            </a:prstGeom>
            <a:solidFill>
              <a:srgbClr val="F84E28"/>
            </a:solidFill>
            <a:ln>
              <a:noFill/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237CDC-6C76-45C4-9E74-C8EF019F86AC}"/>
                </a:ext>
              </a:extLst>
            </p:cNvPr>
            <p:cNvSpPr txBox="1"/>
            <p:nvPr/>
          </p:nvSpPr>
          <p:spPr>
            <a:xfrm>
              <a:off x="4363812" y="2433675"/>
              <a:ext cx="1402802" cy="8673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 Nova" panose="020B0504020202020204" pitchFamily="34" charset="0"/>
                  <a:cs typeface="B Arshia" panose="00000400000000000000" pitchFamily="2" charset="-78"/>
                </a:rPr>
                <a:t>Tracking changes</a:t>
              </a:r>
              <a:endParaRPr lang="fa-IR" sz="1600" dirty="0">
                <a:solidFill>
                  <a:schemeClr val="bg1"/>
                </a:solidFill>
                <a:latin typeface="Arial Nova" panose="020B0504020202020204" pitchFamily="34" charset="0"/>
                <a:cs typeface="B Arshia" panose="00000400000000000000" pitchFamily="2" charset="-78"/>
              </a:endParaRPr>
            </a:p>
            <a:p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7" name="Callout: Down Arrow 16">
              <a:extLst>
                <a:ext uri="{FF2B5EF4-FFF2-40B4-BE49-F238E27FC236}">
                  <a16:creationId xmlns:a16="http://schemas.microsoft.com/office/drawing/2014/main" id="{A800E5B2-5D8B-4594-9D49-F33380AECD13}"/>
                </a:ext>
              </a:extLst>
            </p:cNvPr>
            <p:cNvSpPr/>
            <p:nvPr/>
          </p:nvSpPr>
          <p:spPr>
            <a:xfrm>
              <a:off x="6652188" y="3505403"/>
              <a:ext cx="1238795" cy="1015663"/>
            </a:xfrm>
            <a:prstGeom prst="downArrowCallout">
              <a:avLst>
                <a:gd name="adj1" fmla="val 25000"/>
                <a:gd name="adj2" fmla="val 25000"/>
                <a:gd name="adj3" fmla="val 25000"/>
                <a:gd name="adj4" fmla="val 57131"/>
              </a:avLst>
            </a:prstGeom>
            <a:solidFill>
              <a:srgbClr val="F84E28"/>
            </a:solidFill>
            <a:ln>
              <a:noFill/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0DA1CE2-066E-4B33-A526-143728CD7EB3}"/>
                </a:ext>
              </a:extLst>
            </p:cNvPr>
            <p:cNvSpPr txBox="1"/>
            <p:nvPr/>
          </p:nvSpPr>
          <p:spPr>
            <a:xfrm>
              <a:off x="6595946" y="3448554"/>
              <a:ext cx="1351277" cy="671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Arial Nova" panose="020B0504020202020204" pitchFamily="34" charset="0"/>
                  <a:cs typeface="B Arshia" panose="00000400000000000000" pitchFamily="2" charset="-78"/>
                </a:rPr>
                <a:t>Reverting a previous</a:t>
              </a:r>
            </a:p>
            <a:p>
              <a:pPr algn="ctr"/>
              <a:r>
                <a:rPr lang="en-US" sz="1400" dirty="0">
                  <a:solidFill>
                    <a:schemeClr val="bg1"/>
                  </a:solidFill>
                  <a:latin typeface="Arial Nova" panose="020B0504020202020204" pitchFamily="34" charset="0"/>
                  <a:cs typeface="B Arshia" panose="00000400000000000000" pitchFamily="2" charset="-78"/>
                </a:rPr>
                <a:t> version</a:t>
              </a:r>
              <a:endParaRPr lang="en-US" sz="1400" dirty="0">
                <a:solidFill>
                  <a:schemeClr val="bg1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21" name="Callout: Down Arrow 20">
              <a:extLst>
                <a:ext uri="{FF2B5EF4-FFF2-40B4-BE49-F238E27FC236}">
                  <a16:creationId xmlns:a16="http://schemas.microsoft.com/office/drawing/2014/main" id="{3451C587-B177-460D-A468-F669A543F256}"/>
                </a:ext>
              </a:extLst>
            </p:cNvPr>
            <p:cNvSpPr/>
            <p:nvPr/>
          </p:nvSpPr>
          <p:spPr>
            <a:xfrm>
              <a:off x="4234435" y="4516401"/>
              <a:ext cx="1238795" cy="1015663"/>
            </a:xfrm>
            <a:prstGeom prst="downArrowCallout">
              <a:avLst>
                <a:gd name="adj1" fmla="val 25000"/>
                <a:gd name="adj2" fmla="val 25000"/>
                <a:gd name="adj3" fmla="val 25000"/>
                <a:gd name="adj4" fmla="val 54516"/>
              </a:avLst>
            </a:prstGeom>
            <a:solidFill>
              <a:srgbClr val="F84E28"/>
            </a:solidFill>
            <a:ln>
              <a:noFill/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641161B-46FE-43CE-97A4-4D3A9A447EA5}"/>
                </a:ext>
              </a:extLst>
            </p:cNvPr>
            <p:cNvSpPr txBox="1"/>
            <p:nvPr/>
          </p:nvSpPr>
          <p:spPr>
            <a:xfrm>
              <a:off x="4234435" y="4541761"/>
              <a:ext cx="1402802" cy="531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 Nova" panose="020B0504020202020204" pitchFamily="34" charset="0"/>
                  <a:cs typeface="B Arshia" panose="00000400000000000000" pitchFamily="2" charset="-78"/>
                </a:rPr>
                <a:t>Collaborative development</a:t>
              </a:r>
              <a:endParaRPr lang="en-US" sz="1600" dirty="0">
                <a:solidFill>
                  <a:schemeClr val="bg1"/>
                </a:solidFill>
                <a:latin typeface="Arial Nova" panose="020B0504020202020204" pitchFamily="34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C52C8E3-A964-4CB0-B7DC-6CE3A8A01616}"/>
              </a:ext>
            </a:extLst>
          </p:cNvPr>
          <p:cNvSpPr txBox="1"/>
          <p:nvPr/>
        </p:nvSpPr>
        <p:spPr>
          <a:xfrm>
            <a:off x="12671022" y="2078581"/>
            <a:ext cx="761614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 Nova" panose="020B0504020202020204" pitchFamily="34" charset="0"/>
                <a:cs typeface="B Arshia" panose="00000400000000000000" pitchFamily="2" charset="-78"/>
              </a:rPr>
              <a:t>The main of git</a:t>
            </a:r>
            <a:endParaRPr lang="fa-IR" sz="1600" dirty="0">
              <a:latin typeface="Arial Nova" panose="020B0504020202020204" pitchFamily="34" charset="0"/>
              <a:cs typeface="B Arshia" panose="00000400000000000000" pitchFamily="2" charset="-78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89268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364A-855B-4E45-902E-26E573049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6773" y="-1325563"/>
            <a:ext cx="10515600" cy="1325563"/>
          </a:xfrm>
        </p:spPr>
        <p:txBody>
          <a:bodyPr/>
          <a:lstStyle/>
          <a:p>
            <a:r>
              <a:rPr lang="fa-IR" dirty="0"/>
              <a:t>مثال ملموس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A3326A-43B1-47C2-9E84-5A2083231D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7">
            <a:extLst>
              <a:ext uri="{FF2B5EF4-FFF2-40B4-BE49-F238E27FC236}">
                <a16:creationId xmlns:a16="http://schemas.microsoft.com/office/drawing/2014/main" id="{508E7B1E-DAEE-4B4D-84CB-8344EF7432B5}"/>
              </a:ext>
            </a:extLst>
          </p:cNvPr>
          <p:cNvSpPr/>
          <p:nvPr/>
        </p:nvSpPr>
        <p:spPr>
          <a:xfrm>
            <a:off x="12681262" y="5451248"/>
            <a:ext cx="7017036" cy="5092727"/>
          </a:xfrm>
          <a:custGeom>
            <a:avLst/>
            <a:gdLst>
              <a:gd name="connsiteX0" fmla="*/ 0 w 9491240"/>
              <a:gd name="connsiteY0" fmla="*/ 3258274 h 6516547"/>
              <a:gd name="connsiteX1" fmla="*/ 4745620 w 9491240"/>
              <a:gd name="connsiteY1" fmla="*/ 0 h 6516547"/>
              <a:gd name="connsiteX2" fmla="*/ 9491240 w 9491240"/>
              <a:gd name="connsiteY2" fmla="*/ 3258274 h 6516547"/>
              <a:gd name="connsiteX3" fmla="*/ 4745620 w 9491240"/>
              <a:gd name="connsiteY3" fmla="*/ 6516548 h 6516547"/>
              <a:gd name="connsiteX4" fmla="*/ 0 w 9491240"/>
              <a:gd name="connsiteY4" fmla="*/ 3258274 h 6516547"/>
              <a:gd name="connsiteX0" fmla="*/ 92618 w 9583858"/>
              <a:gd name="connsiteY0" fmla="*/ 3404005 h 6662279"/>
              <a:gd name="connsiteX1" fmla="*/ 1932993 w 9583858"/>
              <a:gd name="connsiteY1" fmla="*/ 851786 h 6662279"/>
              <a:gd name="connsiteX2" fmla="*/ 4838238 w 9583858"/>
              <a:gd name="connsiteY2" fmla="*/ 145731 h 6662279"/>
              <a:gd name="connsiteX3" fmla="*/ 9583858 w 9583858"/>
              <a:gd name="connsiteY3" fmla="*/ 3404005 h 6662279"/>
              <a:gd name="connsiteX4" fmla="*/ 4838238 w 9583858"/>
              <a:gd name="connsiteY4" fmla="*/ 6662279 h 6662279"/>
              <a:gd name="connsiteX5" fmla="*/ 92618 w 9583858"/>
              <a:gd name="connsiteY5" fmla="*/ 3404005 h 666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83858" h="6662279">
                <a:moveTo>
                  <a:pt x="92618" y="3404005"/>
                </a:moveTo>
                <a:cubicBezTo>
                  <a:pt x="-391590" y="2435590"/>
                  <a:pt x="1142056" y="1394832"/>
                  <a:pt x="1932993" y="851786"/>
                </a:cubicBezTo>
                <a:cubicBezTo>
                  <a:pt x="2723930" y="308740"/>
                  <a:pt x="3563094" y="-279639"/>
                  <a:pt x="4838238" y="145731"/>
                </a:cubicBezTo>
                <a:cubicBezTo>
                  <a:pt x="6113382" y="571101"/>
                  <a:pt x="9583858" y="1604510"/>
                  <a:pt x="9583858" y="3404005"/>
                </a:cubicBezTo>
                <a:cubicBezTo>
                  <a:pt x="9583858" y="5203500"/>
                  <a:pt x="7459172" y="6662279"/>
                  <a:pt x="4838238" y="6662279"/>
                </a:cubicBezTo>
                <a:cubicBezTo>
                  <a:pt x="2217304" y="6662279"/>
                  <a:pt x="576826" y="4372421"/>
                  <a:pt x="92618" y="3404005"/>
                </a:cubicBezTo>
                <a:close/>
              </a:path>
            </a:pathLst>
          </a:custGeom>
          <a:solidFill>
            <a:srgbClr val="D8D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3BB9805-18F4-44D5-9499-51DC45555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619" y="5236616"/>
            <a:ext cx="9538490" cy="6357403"/>
          </a:xfrm>
          <a:prstGeom prst="rect">
            <a:avLst/>
          </a:prstGeom>
        </p:spPr>
      </p:pic>
      <p:sp>
        <p:nvSpPr>
          <p:cNvPr id="13" name="Oval 8">
            <a:extLst>
              <a:ext uri="{FF2B5EF4-FFF2-40B4-BE49-F238E27FC236}">
                <a16:creationId xmlns:a16="http://schemas.microsoft.com/office/drawing/2014/main" id="{C423CF1F-ABEC-469D-B7A7-89748E157073}"/>
              </a:ext>
            </a:extLst>
          </p:cNvPr>
          <p:cNvSpPr/>
          <p:nvPr/>
        </p:nvSpPr>
        <p:spPr>
          <a:xfrm>
            <a:off x="-349415" y="-4633021"/>
            <a:ext cx="5412947" cy="2932257"/>
          </a:xfrm>
          <a:custGeom>
            <a:avLst/>
            <a:gdLst>
              <a:gd name="connsiteX0" fmla="*/ 0 w 5093677"/>
              <a:gd name="connsiteY0" fmla="*/ 662782 h 1325563"/>
              <a:gd name="connsiteX1" fmla="*/ 2546839 w 5093677"/>
              <a:gd name="connsiteY1" fmla="*/ 0 h 1325563"/>
              <a:gd name="connsiteX2" fmla="*/ 5093678 w 5093677"/>
              <a:gd name="connsiteY2" fmla="*/ 662782 h 1325563"/>
              <a:gd name="connsiteX3" fmla="*/ 2546839 w 5093677"/>
              <a:gd name="connsiteY3" fmla="*/ 1325564 h 1325563"/>
              <a:gd name="connsiteX4" fmla="*/ 0 w 5093677"/>
              <a:gd name="connsiteY4" fmla="*/ 662782 h 1325563"/>
              <a:gd name="connsiteX0" fmla="*/ 47198 w 5140876"/>
              <a:gd name="connsiteY0" fmla="*/ 705302 h 1368084"/>
              <a:gd name="connsiteX1" fmla="*/ 1061244 w 5140876"/>
              <a:gd name="connsiteY1" fmla="*/ 136304 h 1368084"/>
              <a:gd name="connsiteX2" fmla="*/ 2594037 w 5140876"/>
              <a:gd name="connsiteY2" fmla="*/ 42520 h 1368084"/>
              <a:gd name="connsiteX3" fmla="*/ 5140876 w 5140876"/>
              <a:gd name="connsiteY3" fmla="*/ 705302 h 1368084"/>
              <a:gd name="connsiteX4" fmla="*/ 2594037 w 5140876"/>
              <a:gd name="connsiteY4" fmla="*/ 1368084 h 1368084"/>
              <a:gd name="connsiteX5" fmla="*/ 47198 w 5140876"/>
              <a:gd name="connsiteY5" fmla="*/ 705302 h 1368084"/>
              <a:gd name="connsiteX0" fmla="*/ 47198 w 5140876"/>
              <a:gd name="connsiteY0" fmla="*/ 705302 h 1572856"/>
              <a:gd name="connsiteX1" fmla="*/ 1061244 w 5140876"/>
              <a:gd name="connsiteY1" fmla="*/ 136304 h 1572856"/>
              <a:gd name="connsiteX2" fmla="*/ 2594037 w 5140876"/>
              <a:gd name="connsiteY2" fmla="*/ 42520 h 1572856"/>
              <a:gd name="connsiteX3" fmla="*/ 5140876 w 5140876"/>
              <a:gd name="connsiteY3" fmla="*/ 705302 h 1572856"/>
              <a:gd name="connsiteX4" fmla="*/ 2594037 w 5140876"/>
              <a:gd name="connsiteY4" fmla="*/ 1368084 h 1572856"/>
              <a:gd name="connsiteX5" fmla="*/ 47198 w 5140876"/>
              <a:gd name="connsiteY5" fmla="*/ 705302 h 1572856"/>
              <a:gd name="connsiteX0" fmla="*/ 47198 w 5140876"/>
              <a:gd name="connsiteY0" fmla="*/ 705302 h 1372390"/>
              <a:gd name="connsiteX1" fmla="*/ 1061244 w 5140876"/>
              <a:gd name="connsiteY1" fmla="*/ 136304 h 1372390"/>
              <a:gd name="connsiteX2" fmla="*/ 2594037 w 5140876"/>
              <a:gd name="connsiteY2" fmla="*/ 42520 h 1372390"/>
              <a:gd name="connsiteX3" fmla="*/ 5140876 w 5140876"/>
              <a:gd name="connsiteY3" fmla="*/ 705302 h 1372390"/>
              <a:gd name="connsiteX4" fmla="*/ 2594037 w 5140876"/>
              <a:gd name="connsiteY4" fmla="*/ 1368084 h 1372390"/>
              <a:gd name="connsiteX5" fmla="*/ 47198 w 5140876"/>
              <a:gd name="connsiteY5" fmla="*/ 705302 h 1372390"/>
              <a:gd name="connsiteX0" fmla="*/ 53037 w 5029485"/>
              <a:gd name="connsiteY0" fmla="*/ 963209 h 1373084"/>
              <a:gd name="connsiteX1" fmla="*/ 949853 w 5029485"/>
              <a:gd name="connsiteY1" fmla="*/ 136304 h 1373084"/>
              <a:gd name="connsiteX2" fmla="*/ 2482646 w 5029485"/>
              <a:gd name="connsiteY2" fmla="*/ 42520 h 1373084"/>
              <a:gd name="connsiteX3" fmla="*/ 5029485 w 5029485"/>
              <a:gd name="connsiteY3" fmla="*/ 705302 h 1373084"/>
              <a:gd name="connsiteX4" fmla="*/ 2482646 w 5029485"/>
              <a:gd name="connsiteY4" fmla="*/ 1368084 h 1373084"/>
              <a:gd name="connsiteX5" fmla="*/ 53037 w 5029485"/>
              <a:gd name="connsiteY5" fmla="*/ 963209 h 1373084"/>
              <a:gd name="connsiteX0" fmla="*/ 60553 w 5037001"/>
              <a:gd name="connsiteY0" fmla="*/ 963209 h 1558862"/>
              <a:gd name="connsiteX1" fmla="*/ 957369 w 5037001"/>
              <a:gd name="connsiteY1" fmla="*/ 136304 h 1558862"/>
              <a:gd name="connsiteX2" fmla="*/ 2490162 w 5037001"/>
              <a:gd name="connsiteY2" fmla="*/ 42520 h 1558862"/>
              <a:gd name="connsiteX3" fmla="*/ 5037001 w 5037001"/>
              <a:gd name="connsiteY3" fmla="*/ 705302 h 1558862"/>
              <a:gd name="connsiteX4" fmla="*/ 2630839 w 5037001"/>
              <a:gd name="connsiteY4" fmla="*/ 1555653 h 1558862"/>
              <a:gd name="connsiteX5" fmla="*/ 60553 w 5037001"/>
              <a:gd name="connsiteY5" fmla="*/ 963209 h 1558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7001" h="1558862">
                <a:moveTo>
                  <a:pt x="60553" y="963209"/>
                </a:moveTo>
                <a:cubicBezTo>
                  <a:pt x="-218359" y="726651"/>
                  <a:pt x="532896" y="246768"/>
                  <a:pt x="957369" y="136304"/>
                </a:cubicBezTo>
                <a:cubicBezTo>
                  <a:pt x="1381842" y="25840"/>
                  <a:pt x="1810223" y="-52313"/>
                  <a:pt x="2490162" y="42520"/>
                </a:cubicBezTo>
                <a:cubicBezTo>
                  <a:pt x="3170101" y="137353"/>
                  <a:pt x="5037001" y="339258"/>
                  <a:pt x="5037001" y="705302"/>
                </a:cubicBezTo>
                <a:cubicBezTo>
                  <a:pt x="5037001" y="1071346"/>
                  <a:pt x="3460247" y="1512669"/>
                  <a:pt x="2630839" y="1555653"/>
                </a:cubicBezTo>
                <a:cubicBezTo>
                  <a:pt x="1801431" y="1598637"/>
                  <a:pt x="339465" y="1199767"/>
                  <a:pt x="60553" y="963209"/>
                </a:cubicBezTo>
                <a:close/>
              </a:path>
            </a:pathLst>
          </a:custGeom>
          <a:solidFill>
            <a:srgbClr val="D8D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6DC181-A6D5-4F71-844C-CF2D69310D8B}"/>
              </a:ext>
            </a:extLst>
          </p:cNvPr>
          <p:cNvSpPr txBox="1"/>
          <p:nvPr/>
        </p:nvSpPr>
        <p:spPr>
          <a:xfrm>
            <a:off x="-421406" y="-3690330"/>
            <a:ext cx="4332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4800" dirty="0">
                <a:cs typeface="B Arshia" panose="00000400000000000000" pitchFamily="2" charset="-78"/>
              </a:rPr>
              <a:t>مفاهیم کلیدی در گیت :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0A72A2C-2333-4C10-A752-3AD30860FA93}"/>
              </a:ext>
            </a:extLst>
          </p:cNvPr>
          <p:cNvGrpSpPr/>
          <p:nvPr/>
        </p:nvGrpSpPr>
        <p:grpSpPr>
          <a:xfrm>
            <a:off x="9258198" y="2486332"/>
            <a:ext cx="2043929" cy="3164530"/>
            <a:chOff x="4864626" y="3295609"/>
            <a:chExt cx="2053287" cy="381385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B21621-F5F6-4754-AD7B-04119386881A}"/>
                </a:ext>
              </a:extLst>
            </p:cNvPr>
            <p:cNvSpPr/>
            <p:nvPr/>
          </p:nvSpPr>
          <p:spPr>
            <a:xfrm>
              <a:off x="4864626" y="3295609"/>
              <a:ext cx="2053287" cy="3813858"/>
            </a:xfrm>
            <a:prstGeom prst="roundRect">
              <a:avLst/>
            </a:prstGeom>
            <a:solidFill>
              <a:srgbClr val="BDB07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CE6F180-32C4-42C9-8845-240211B24064}"/>
                </a:ext>
              </a:extLst>
            </p:cNvPr>
            <p:cNvSpPr/>
            <p:nvPr/>
          </p:nvSpPr>
          <p:spPr>
            <a:xfrm>
              <a:off x="5063532" y="3515385"/>
              <a:ext cx="1720880" cy="1813242"/>
            </a:xfrm>
            <a:prstGeom prst="roundRect">
              <a:avLst/>
            </a:prstGeom>
            <a:solidFill>
              <a:srgbClr val="00909A"/>
            </a:solidFill>
            <a:ln>
              <a:solidFill>
                <a:schemeClr val="tx1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89DDB5-7981-49CE-9053-018CB0EFB370}"/>
                </a:ext>
              </a:extLst>
            </p:cNvPr>
            <p:cNvSpPr txBox="1"/>
            <p:nvPr/>
          </p:nvSpPr>
          <p:spPr>
            <a:xfrm>
              <a:off x="5101032" y="3678101"/>
              <a:ext cx="1576763" cy="2114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rial Nova" panose="020B0504020202020204" pitchFamily="34" charset="0"/>
                  <a:cs typeface="B Arshia" panose="00000400000000000000" pitchFamily="2" charset="-78"/>
                </a:rPr>
                <a:t>System version control</a:t>
              </a:r>
            </a:p>
            <a:p>
              <a:pPr algn="ctr"/>
              <a:endParaRPr lang="en-US" sz="36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C8BC255-70D9-4B9A-BD02-40BE48A57CDF}"/>
                </a:ext>
              </a:extLst>
            </p:cNvPr>
            <p:cNvSpPr txBox="1"/>
            <p:nvPr/>
          </p:nvSpPr>
          <p:spPr>
            <a:xfrm>
              <a:off x="5567178" y="5699530"/>
              <a:ext cx="64818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6000" dirty="0">
                  <a:cs typeface="B Arshia" panose="00000400000000000000" pitchFamily="2" charset="-78"/>
                </a:rPr>
                <a:t>1 .</a:t>
              </a:r>
              <a:endParaRPr lang="en-US" sz="60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33DCC68-6374-4DAD-81A8-93E68E7DFBDB}"/>
              </a:ext>
            </a:extLst>
          </p:cNvPr>
          <p:cNvGrpSpPr/>
          <p:nvPr/>
        </p:nvGrpSpPr>
        <p:grpSpPr>
          <a:xfrm>
            <a:off x="6780510" y="3149513"/>
            <a:ext cx="2043929" cy="3164530"/>
            <a:chOff x="4864626" y="3295609"/>
            <a:chExt cx="2053287" cy="3813858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8CEE27C-B333-4D3E-9ECC-2DBF422EC964}"/>
                </a:ext>
              </a:extLst>
            </p:cNvPr>
            <p:cNvSpPr/>
            <p:nvPr/>
          </p:nvSpPr>
          <p:spPr>
            <a:xfrm>
              <a:off x="4864626" y="3295609"/>
              <a:ext cx="2053287" cy="3813858"/>
            </a:xfrm>
            <a:prstGeom prst="roundRect">
              <a:avLst/>
            </a:prstGeom>
            <a:solidFill>
              <a:srgbClr val="BDB07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8CF8785-5957-4AC0-920C-E9FF52A424D5}"/>
                </a:ext>
              </a:extLst>
            </p:cNvPr>
            <p:cNvSpPr/>
            <p:nvPr/>
          </p:nvSpPr>
          <p:spPr>
            <a:xfrm>
              <a:off x="5063532" y="3515385"/>
              <a:ext cx="1720880" cy="1813242"/>
            </a:xfrm>
            <a:prstGeom prst="roundRect">
              <a:avLst/>
            </a:prstGeom>
            <a:solidFill>
              <a:srgbClr val="F84E28"/>
            </a:solidFill>
            <a:ln>
              <a:solidFill>
                <a:schemeClr val="tx1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B9F6C4B-265A-4AF2-AB7B-DEC714E73E1C}"/>
                </a:ext>
              </a:extLst>
            </p:cNvPr>
            <p:cNvSpPr txBox="1"/>
            <p:nvPr/>
          </p:nvSpPr>
          <p:spPr>
            <a:xfrm>
              <a:off x="5105308" y="4089396"/>
              <a:ext cx="1637325" cy="12240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rial Nova" panose="020B0504020202020204" pitchFamily="34" charset="0"/>
                  <a:cs typeface="B Arshia" panose="00000400000000000000" pitchFamily="2" charset="-78"/>
                </a:rPr>
                <a:t>distributed</a:t>
              </a:r>
              <a:endParaRPr lang="fa-IR" sz="2400" dirty="0">
                <a:latin typeface="Arial Nova" panose="020B0504020202020204" pitchFamily="34" charset="0"/>
                <a:cs typeface="B Arshia" panose="00000400000000000000" pitchFamily="2" charset="-78"/>
              </a:endParaRPr>
            </a:p>
            <a:p>
              <a:pPr algn="ctr"/>
              <a:endParaRPr lang="en-US" sz="36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504909B-3A6D-4788-A4A3-DE012D3865A6}"/>
                </a:ext>
              </a:extLst>
            </p:cNvPr>
            <p:cNvSpPr txBox="1"/>
            <p:nvPr/>
          </p:nvSpPr>
          <p:spPr>
            <a:xfrm>
              <a:off x="5567178" y="5699530"/>
              <a:ext cx="648182" cy="12240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6000" dirty="0">
                  <a:cs typeface="B Arshia" panose="00000400000000000000" pitchFamily="2" charset="-78"/>
                </a:rPr>
                <a:t>2.</a:t>
              </a:r>
              <a:endParaRPr lang="en-US" sz="6000" dirty="0"/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59BE1513-FFDD-4F52-B171-FEC022C4DE24}"/>
              </a:ext>
            </a:extLst>
          </p:cNvPr>
          <p:cNvSpPr txBox="1"/>
          <p:nvPr/>
        </p:nvSpPr>
        <p:spPr>
          <a:xfrm>
            <a:off x="5589038" y="930164"/>
            <a:ext cx="62706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 Nova" panose="020B0504020202020204" pitchFamily="34" charset="0"/>
                <a:cs typeface="B Arshia" panose="00000400000000000000" pitchFamily="2" charset="-78"/>
              </a:rPr>
              <a:t>The main of git</a:t>
            </a:r>
            <a:endParaRPr lang="fa-IR" sz="7200" dirty="0">
              <a:latin typeface="Arial Nova" panose="020B0504020202020204" pitchFamily="34" charset="0"/>
              <a:cs typeface="B Arshia" panose="00000400000000000000" pitchFamily="2" charset="-78"/>
            </a:endParaRPr>
          </a:p>
          <a:p>
            <a:endParaRPr lang="en-US" sz="7200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94F3C3EF-72FF-45F5-8D82-9CF4A7A9A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3" y="-1042746"/>
            <a:ext cx="2322315" cy="97115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97E94998-11CB-48CC-B50A-7F2D02098316}"/>
              </a:ext>
            </a:extLst>
          </p:cNvPr>
          <p:cNvGrpSpPr/>
          <p:nvPr/>
        </p:nvGrpSpPr>
        <p:grpSpPr>
          <a:xfrm>
            <a:off x="4383427" y="2286718"/>
            <a:ext cx="2043929" cy="3164530"/>
            <a:chOff x="4864626" y="3295609"/>
            <a:chExt cx="2053287" cy="3813858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EAFA1FD7-7C7E-402C-BD00-E388EB5EFD42}"/>
                </a:ext>
              </a:extLst>
            </p:cNvPr>
            <p:cNvSpPr/>
            <p:nvPr/>
          </p:nvSpPr>
          <p:spPr>
            <a:xfrm>
              <a:off x="4864626" y="3295609"/>
              <a:ext cx="2053287" cy="3813858"/>
            </a:xfrm>
            <a:prstGeom prst="roundRect">
              <a:avLst/>
            </a:prstGeom>
            <a:solidFill>
              <a:srgbClr val="BDB07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A7E1B4CE-E9F4-4B23-9517-9288F4CCFB5F}"/>
                </a:ext>
              </a:extLst>
            </p:cNvPr>
            <p:cNvSpPr/>
            <p:nvPr/>
          </p:nvSpPr>
          <p:spPr>
            <a:xfrm>
              <a:off x="5063532" y="3515385"/>
              <a:ext cx="1720880" cy="1813242"/>
            </a:xfrm>
            <a:prstGeom prst="roundRect">
              <a:avLst/>
            </a:prstGeom>
            <a:solidFill>
              <a:srgbClr val="00909A"/>
            </a:solidFill>
            <a:ln>
              <a:solidFill>
                <a:schemeClr val="tx1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D3EE70E-70A3-4BDD-94D3-13E6430BF5B6}"/>
                </a:ext>
              </a:extLst>
            </p:cNvPr>
            <p:cNvSpPr txBox="1"/>
            <p:nvPr/>
          </p:nvSpPr>
          <p:spPr>
            <a:xfrm>
              <a:off x="4958658" y="3880569"/>
              <a:ext cx="1945413" cy="10015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rial Nova" panose="020B0504020202020204" pitchFamily="34" charset="0"/>
                </a:rPr>
                <a:t>High</a:t>
              </a:r>
            </a:p>
            <a:p>
              <a:pPr algn="ctr"/>
              <a:r>
                <a:rPr lang="en-US" sz="2200" dirty="0">
                  <a:latin typeface="Arial Nova" panose="020B0504020202020204" pitchFamily="34" charset="0"/>
                </a:rPr>
                <a:t>performance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D3F8456-279A-4440-8CDF-79EDE4665B25}"/>
                </a:ext>
              </a:extLst>
            </p:cNvPr>
            <p:cNvSpPr txBox="1"/>
            <p:nvPr/>
          </p:nvSpPr>
          <p:spPr>
            <a:xfrm>
              <a:off x="5567178" y="5699530"/>
              <a:ext cx="648182" cy="12240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6000" dirty="0">
                  <a:cs typeface="B Arshia" panose="00000400000000000000" pitchFamily="2" charset="-78"/>
                </a:rPr>
                <a:t>3 .</a:t>
              </a:r>
              <a:endParaRPr lang="en-US" sz="6000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A609A49-E23F-4671-8272-83D8BB088B9F}"/>
              </a:ext>
            </a:extLst>
          </p:cNvPr>
          <p:cNvGrpSpPr/>
          <p:nvPr/>
        </p:nvGrpSpPr>
        <p:grpSpPr>
          <a:xfrm>
            <a:off x="-3670629" y="752889"/>
            <a:ext cx="9865121" cy="5877560"/>
            <a:chOff x="4033520" y="2145132"/>
            <a:chExt cx="10498139" cy="6773863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5C9A807-6173-44E9-8231-D01D1FB1C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3520" y="2145132"/>
              <a:ext cx="10498139" cy="6773863"/>
            </a:xfrm>
            <a:prstGeom prst="rect">
              <a:avLst/>
            </a:prstGeom>
          </p:spPr>
        </p:pic>
        <p:sp>
          <p:nvSpPr>
            <p:cNvPr id="68" name="Callout: Down Arrow 67">
              <a:extLst>
                <a:ext uri="{FF2B5EF4-FFF2-40B4-BE49-F238E27FC236}">
                  <a16:creationId xmlns:a16="http://schemas.microsoft.com/office/drawing/2014/main" id="{CF0216BF-E13F-4675-A2BC-376C1D93FDAD}"/>
                </a:ext>
              </a:extLst>
            </p:cNvPr>
            <p:cNvSpPr/>
            <p:nvPr/>
          </p:nvSpPr>
          <p:spPr>
            <a:xfrm>
              <a:off x="4234435" y="2407227"/>
              <a:ext cx="1238795" cy="1015663"/>
            </a:xfrm>
            <a:prstGeom prst="downArrowCallout">
              <a:avLst>
                <a:gd name="adj1" fmla="val 25000"/>
                <a:gd name="adj2" fmla="val 25000"/>
                <a:gd name="adj3" fmla="val 25000"/>
                <a:gd name="adj4" fmla="val 58875"/>
              </a:avLst>
            </a:prstGeom>
            <a:solidFill>
              <a:srgbClr val="F84E28"/>
            </a:solidFill>
            <a:ln>
              <a:noFill/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A8AEF48-1EC5-4B11-82D8-350ED5C9C99D}"/>
                </a:ext>
              </a:extLst>
            </p:cNvPr>
            <p:cNvSpPr txBox="1"/>
            <p:nvPr/>
          </p:nvSpPr>
          <p:spPr>
            <a:xfrm>
              <a:off x="4312529" y="2509379"/>
              <a:ext cx="1332774" cy="815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2000" dirty="0">
                  <a:solidFill>
                    <a:schemeClr val="bg1"/>
                  </a:solidFill>
                  <a:cs typeface="B Arshia" panose="00000400000000000000" pitchFamily="2" charset="-78"/>
                </a:rPr>
                <a:t>یادگیری تغیرات</a:t>
              </a:r>
            </a:p>
            <a:p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70" name="Callout: Down Arrow 69">
              <a:extLst>
                <a:ext uri="{FF2B5EF4-FFF2-40B4-BE49-F238E27FC236}">
                  <a16:creationId xmlns:a16="http://schemas.microsoft.com/office/drawing/2014/main" id="{1131ED63-FF5A-446C-9C89-B06FA2597287}"/>
                </a:ext>
              </a:extLst>
            </p:cNvPr>
            <p:cNvSpPr/>
            <p:nvPr/>
          </p:nvSpPr>
          <p:spPr>
            <a:xfrm>
              <a:off x="6652188" y="3505403"/>
              <a:ext cx="1238795" cy="1015663"/>
            </a:xfrm>
            <a:prstGeom prst="downArrowCallout">
              <a:avLst>
                <a:gd name="adj1" fmla="val 25000"/>
                <a:gd name="adj2" fmla="val 25000"/>
                <a:gd name="adj3" fmla="val 25000"/>
                <a:gd name="adj4" fmla="val 57131"/>
              </a:avLst>
            </a:prstGeom>
            <a:solidFill>
              <a:srgbClr val="F84E28"/>
            </a:solidFill>
            <a:ln>
              <a:noFill/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19050F3-54DF-4A2A-BD21-C1C7800F3B73}"/>
                </a:ext>
              </a:extLst>
            </p:cNvPr>
            <p:cNvSpPr txBox="1"/>
            <p:nvPr/>
          </p:nvSpPr>
          <p:spPr>
            <a:xfrm>
              <a:off x="6714188" y="3613125"/>
              <a:ext cx="1351277" cy="425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1600" dirty="0">
                  <a:solidFill>
                    <a:schemeClr val="bg1"/>
                  </a:solidFill>
                  <a:cs typeface="B Arshia" panose="00000400000000000000" pitchFamily="2" charset="-78"/>
                </a:rPr>
                <a:t>بازیابی</a:t>
              </a:r>
              <a:r>
                <a:rPr lang="fa-IR" dirty="0">
                  <a:solidFill>
                    <a:schemeClr val="bg1"/>
                  </a:solidFill>
                  <a:cs typeface="B Arshia" panose="00000400000000000000" pitchFamily="2" charset="-78"/>
                </a:rPr>
                <a:t> نسخه ی قبلی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2" name="Callout: Down Arrow 71">
              <a:extLst>
                <a:ext uri="{FF2B5EF4-FFF2-40B4-BE49-F238E27FC236}">
                  <a16:creationId xmlns:a16="http://schemas.microsoft.com/office/drawing/2014/main" id="{DBCBD460-6776-4EDE-929A-912636B563F4}"/>
                </a:ext>
              </a:extLst>
            </p:cNvPr>
            <p:cNvSpPr/>
            <p:nvPr/>
          </p:nvSpPr>
          <p:spPr>
            <a:xfrm>
              <a:off x="4234435" y="4516401"/>
              <a:ext cx="1238795" cy="1015663"/>
            </a:xfrm>
            <a:prstGeom prst="downArrowCallout">
              <a:avLst>
                <a:gd name="adj1" fmla="val 25000"/>
                <a:gd name="adj2" fmla="val 25000"/>
                <a:gd name="adj3" fmla="val 25000"/>
                <a:gd name="adj4" fmla="val 54516"/>
              </a:avLst>
            </a:prstGeom>
            <a:solidFill>
              <a:srgbClr val="F84E28"/>
            </a:solidFill>
            <a:ln>
              <a:noFill/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6C8D0BE-F948-4F2B-9AD7-F73473B52F99}"/>
                </a:ext>
              </a:extLst>
            </p:cNvPr>
            <p:cNvSpPr txBox="1"/>
            <p:nvPr/>
          </p:nvSpPr>
          <p:spPr>
            <a:xfrm>
              <a:off x="4428931" y="4567862"/>
              <a:ext cx="14028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a-IR" sz="2000" dirty="0">
                  <a:solidFill>
                    <a:schemeClr val="bg1"/>
                  </a:solidFill>
                  <a:cs typeface="B Arshia" panose="00000400000000000000" pitchFamily="2" charset="-78"/>
                </a:rPr>
                <a:t>همکاری تیمی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9816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364A-855B-4E45-902E-26E573049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01472"/>
            <a:ext cx="10515600" cy="1325563"/>
          </a:xfrm>
        </p:spPr>
        <p:txBody>
          <a:bodyPr/>
          <a:lstStyle/>
          <a:p>
            <a:r>
              <a:rPr lang="fa-IR" dirty="0"/>
              <a:t>مثال ملموس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A3326A-43B1-47C2-9E84-5A2083231D88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EA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FF1A5F3-E91F-4247-B868-0F0939CA4402}"/>
              </a:ext>
            </a:extLst>
          </p:cNvPr>
          <p:cNvSpPr/>
          <p:nvPr/>
        </p:nvSpPr>
        <p:spPr>
          <a:xfrm>
            <a:off x="5693895" y="1446734"/>
            <a:ext cx="7017036" cy="5092727"/>
          </a:xfrm>
          <a:custGeom>
            <a:avLst/>
            <a:gdLst>
              <a:gd name="connsiteX0" fmla="*/ 0 w 9491240"/>
              <a:gd name="connsiteY0" fmla="*/ 3258274 h 6516547"/>
              <a:gd name="connsiteX1" fmla="*/ 4745620 w 9491240"/>
              <a:gd name="connsiteY1" fmla="*/ 0 h 6516547"/>
              <a:gd name="connsiteX2" fmla="*/ 9491240 w 9491240"/>
              <a:gd name="connsiteY2" fmla="*/ 3258274 h 6516547"/>
              <a:gd name="connsiteX3" fmla="*/ 4745620 w 9491240"/>
              <a:gd name="connsiteY3" fmla="*/ 6516548 h 6516547"/>
              <a:gd name="connsiteX4" fmla="*/ 0 w 9491240"/>
              <a:gd name="connsiteY4" fmla="*/ 3258274 h 6516547"/>
              <a:gd name="connsiteX0" fmla="*/ 92618 w 9583858"/>
              <a:gd name="connsiteY0" fmla="*/ 3404005 h 6662279"/>
              <a:gd name="connsiteX1" fmla="*/ 1932993 w 9583858"/>
              <a:gd name="connsiteY1" fmla="*/ 851786 h 6662279"/>
              <a:gd name="connsiteX2" fmla="*/ 4838238 w 9583858"/>
              <a:gd name="connsiteY2" fmla="*/ 145731 h 6662279"/>
              <a:gd name="connsiteX3" fmla="*/ 9583858 w 9583858"/>
              <a:gd name="connsiteY3" fmla="*/ 3404005 h 6662279"/>
              <a:gd name="connsiteX4" fmla="*/ 4838238 w 9583858"/>
              <a:gd name="connsiteY4" fmla="*/ 6662279 h 6662279"/>
              <a:gd name="connsiteX5" fmla="*/ 92618 w 9583858"/>
              <a:gd name="connsiteY5" fmla="*/ 3404005 h 666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83858" h="6662279">
                <a:moveTo>
                  <a:pt x="92618" y="3404005"/>
                </a:moveTo>
                <a:cubicBezTo>
                  <a:pt x="-391590" y="2435590"/>
                  <a:pt x="1142056" y="1394832"/>
                  <a:pt x="1932993" y="851786"/>
                </a:cubicBezTo>
                <a:cubicBezTo>
                  <a:pt x="2723930" y="308740"/>
                  <a:pt x="3563094" y="-279639"/>
                  <a:pt x="4838238" y="145731"/>
                </a:cubicBezTo>
                <a:cubicBezTo>
                  <a:pt x="6113382" y="571101"/>
                  <a:pt x="9583858" y="1604510"/>
                  <a:pt x="9583858" y="3404005"/>
                </a:cubicBezTo>
                <a:cubicBezTo>
                  <a:pt x="9583858" y="5203500"/>
                  <a:pt x="7459172" y="6662279"/>
                  <a:pt x="4838238" y="6662279"/>
                </a:cubicBezTo>
                <a:cubicBezTo>
                  <a:pt x="2217304" y="6662279"/>
                  <a:pt x="576826" y="4372421"/>
                  <a:pt x="92618" y="3404005"/>
                </a:cubicBezTo>
                <a:close/>
              </a:path>
            </a:pathLst>
          </a:custGeom>
          <a:solidFill>
            <a:srgbClr val="D8D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327F5F-CEE4-4DAE-8259-6E9C7D3E0E90}"/>
              </a:ext>
            </a:extLst>
          </p:cNvPr>
          <p:cNvSpPr/>
          <p:nvPr/>
        </p:nvSpPr>
        <p:spPr>
          <a:xfrm>
            <a:off x="13229863" y="2986268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FF6D5C-C727-4994-A14B-30C3405BB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168" y="1309581"/>
            <a:ext cx="9538490" cy="63574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6B6DD5-7A1C-4A19-A55E-87059A198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32370" y="2986268"/>
            <a:ext cx="7410450" cy="47815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846572-A150-4B0C-AA33-2877D5BA72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34" y="-2733635"/>
            <a:ext cx="2583347" cy="1080309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551C45D-8EF5-482E-86A7-3C4B6E05D112}"/>
              </a:ext>
            </a:extLst>
          </p:cNvPr>
          <p:cNvSpPr/>
          <p:nvPr/>
        </p:nvSpPr>
        <p:spPr>
          <a:xfrm>
            <a:off x="508443" y="496742"/>
            <a:ext cx="5412947" cy="2932257"/>
          </a:xfrm>
          <a:custGeom>
            <a:avLst/>
            <a:gdLst>
              <a:gd name="connsiteX0" fmla="*/ 0 w 5093677"/>
              <a:gd name="connsiteY0" fmla="*/ 662782 h 1325563"/>
              <a:gd name="connsiteX1" fmla="*/ 2546839 w 5093677"/>
              <a:gd name="connsiteY1" fmla="*/ 0 h 1325563"/>
              <a:gd name="connsiteX2" fmla="*/ 5093678 w 5093677"/>
              <a:gd name="connsiteY2" fmla="*/ 662782 h 1325563"/>
              <a:gd name="connsiteX3" fmla="*/ 2546839 w 5093677"/>
              <a:gd name="connsiteY3" fmla="*/ 1325564 h 1325563"/>
              <a:gd name="connsiteX4" fmla="*/ 0 w 5093677"/>
              <a:gd name="connsiteY4" fmla="*/ 662782 h 1325563"/>
              <a:gd name="connsiteX0" fmla="*/ 47198 w 5140876"/>
              <a:gd name="connsiteY0" fmla="*/ 705302 h 1368084"/>
              <a:gd name="connsiteX1" fmla="*/ 1061244 w 5140876"/>
              <a:gd name="connsiteY1" fmla="*/ 136304 h 1368084"/>
              <a:gd name="connsiteX2" fmla="*/ 2594037 w 5140876"/>
              <a:gd name="connsiteY2" fmla="*/ 42520 h 1368084"/>
              <a:gd name="connsiteX3" fmla="*/ 5140876 w 5140876"/>
              <a:gd name="connsiteY3" fmla="*/ 705302 h 1368084"/>
              <a:gd name="connsiteX4" fmla="*/ 2594037 w 5140876"/>
              <a:gd name="connsiteY4" fmla="*/ 1368084 h 1368084"/>
              <a:gd name="connsiteX5" fmla="*/ 47198 w 5140876"/>
              <a:gd name="connsiteY5" fmla="*/ 705302 h 1368084"/>
              <a:gd name="connsiteX0" fmla="*/ 47198 w 5140876"/>
              <a:gd name="connsiteY0" fmla="*/ 705302 h 1572856"/>
              <a:gd name="connsiteX1" fmla="*/ 1061244 w 5140876"/>
              <a:gd name="connsiteY1" fmla="*/ 136304 h 1572856"/>
              <a:gd name="connsiteX2" fmla="*/ 2594037 w 5140876"/>
              <a:gd name="connsiteY2" fmla="*/ 42520 h 1572856"/>
              <a:gd name="connsiteX3" fmla="*/ 5140876 w 5140876"/>
              <a:gd name="connsiteY3" fmla="*/ 705302 h 1572856"/>
              <a:gd name="connsiteX4" fmla="*/ 2594037 w 5140876"/>
              <a:gd name="connsiteY4" fmla="*/ 1368084 h 1572856"/>
              <a:gd name="connsiteX5" fmla="*/ 47198 w 5140876"/>
              <a:gd name="connsiteY5" fmla="*/ 705302 h 1572856"/>
              <a:gd name="connsiteX0" fmla="*/ 47198 w 5140876"/>
              <a:gd name="connsiteY0" fmla="*/ 705302 h 1372390"/>
              <a:gd name="connsiteX1" fmla="*/ 1061244 w 5140876"/>
              <a:gd name="connsiteY1" fmla="*/ 136304 h 1372390"/>
              <a:gd name="connsiteX2" fmla="*/ 2594037 w 5140876"/>
              <a:gd name="connsiteY2" fmla="*/ 42520 h 1372390"/>
              <a:gd name="connsiteX3" fmla="*/ 5140876 w 5140876"/>
              <a:gd name="connsiteY3" fmla="*/ 705302 h 1372390"/>
              <a:gd name="connsiteX4" fmla="*/ 2594037 w 5140876"/>
              <a:gd name="connsiteY4" fmla="*/ 1368084 h 1372390"/>
              <a:gd name="connsiteX5" fmla="*/ 47198 w 5140876"/>
              <a:gd name="connsiteY5" fmla="*/ 705302 h 1372390"/>
              <a:gd name="connsiteX0" fmla="*/ 53037 w 5029485"/>
              <a:gd name="connsiteY0" fmla="*/ 963209 h 1373084"/>
              <a:gd name="connsiteX1" fmla="*/ 949853 w 5029485"/>
              <a:gd name="connsiteY1" fmla="*/ 136304 h 1373084"/>
              <a:gd name="connsiteX2" fmla="*/ 2482646 w 5029485"/>
              <a:gd name="connsiteY2" fmla="*/ 42520 h 1373084"/>
              <a:gd name="connsiteX3" fmla="*/ 5029485 w 5029485"/>
              <a:gd name="connsiteY3" fmla="*/ 705302 h 1373084"/>
              <a:gd name="connsiteX4" fmla="*/ 2482646 w 5029485"/>
              <a:gd name="connsiteY4" fmla="*/ 1368084 h 1373084"/>
              <a:gd name="connsiteX5" fmla="*/ 53037 w 5029485"/>
              <a:gd name="connsiteY5" fmla="*/ 963209 h 1373084"/>
              <a:gd name="connsiteX0" fmla="*/ 60553 w 5037001"/>
              <a:gd name="connsiteY0" fmla="*/ 963209 h 1558862"/>
              <a:gd name="connsiteX1" fmla="*/ 957369 w 5037001"/>
              <a:gd name="connsiteY1" fmla="*/ 136304 h 1558862"/>
              <a:gd name="connsiteX2" fmla="*/ 2490162 w 5037001"/>
              <a:gd name="connsiteY2" fmla="*/ 42520 h 1558862"/>
              <a:gd name="connsiteX3" fmla="*/ 5037001 w 5037001"/>
              <a:gd name="connsiteY3" fmla="*/ 705302 h 1558862"/>
              <a:gd name="connsiteX4" fmla="*/ 2630839 w 5037001"/>
              <a:gd name="connsiteY4" fmla="*/ 1555653 h 1558862"/>
              <a:gd name="connsiteX5" fmla="*/ 60553 w 5037001"/>
              <a:gd name="connsiteY5" fmla="*/ 963209 h 1558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7001" h="1558862">
                <a:moveTo>
                  <a:pt x="60553" y="963209"/>
                </a:moveTo>
                <a:cubicBezTo>
                  <a:pt x="-218359" y="726651"/>
                  <a:pt x="532896" y="246768"/>
                  <a:pt x="957369" y="136304"/>
                </a:cubicBezTo>
                <a:cubicBezTo>
                  <a:pt x="1381842" y="25840"/>
                  <a:pt x="1810223" y="-52313"/>
                  <a:pt x="2490162" y="42520"/>
                </a:cubicBezTo>
                <a:cubicBezTo>
                  <a:pt x="3170101" y="137353"/>
                  <a:pt x="5037001" y="339258"/>
                  <a:pt x="5037001" y="705302"/>
                </a:cubicBezTo>
                <a:cubicBezTo>
                  <a:pt x="5037001" y="1071346"/>
                  <a:pt x="3460247" y="1512669"/>
                  <a:pt x="2630839" y="1555653"/>
                </a:cubicBezTo>
                <a:cubicBezTo>
                  <a:pt x="1801431" y="1598637"/>
                  <a:pt x="339465" y="1199767"/>
                  <a:pt x="60553" y="963209"/>
                </a:cubicBezTo>
                <a:close/>
              </a:path>
            </a:pathLst>
          </a:custGeom>
          <a:solidFill>
            <a:srgbClr val="D8D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34BFB1-79F3-4746-BB96-A95FCBE87C72}"/>
              </a:ext>
            </a:extLst>
          </p:cNvPr>
          <p:cNvSpPr txBox="1"/>
          <p:nvPr/>
        </p:nvSpPr>
        <p:spPr>
          <a:xfrm>
            <a:off x="681135" y="1403376"/>
            <a:ext cx="4666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dirty="0">
                <a:latin typeface="Arial Nova" panose="020B0504020202020204" pitchFamily="34" charset="0"/>
                <a:cs typeface="B Arshia" panose="00000400000000000000" pitchFamily="2" charset="-78"/>
              </a:rPr>
              <a:t>The main of git :</a:t>
            </a:r>
            <a:endParaRPr lang="fa-IR" sz="4800" dirty="0">
              <a:latin typeface="Arial Nova" panose="020B0504020202020204" pitchFamily="34" charset="0"/>
              <a:cs typeface="B Arshia" panose="00000400000000000000" pitchFamily="2" charset="-78"/>
            </a:endParaRPr>
          </a:p>
        </p:txBody>
      </p:sp>
      <p:sp>
        <p:nvSpPr>
          <p:cNvPr id="14" name="Oval 8">
            <a:extLst>
              <a:ext uri="{FF2B5EF4-FFF2-40B4-BE49-F238E27FC236}">
                <a16:creationId xmlns:a16="http://schemas.microsoft.com/office/drawing/2014/main" id="{A62EA92B-8EF1-42C8-9734-9F1CF45315CE}"/>
              </a:ext>
            </a:extLst>
          </p:cNvPr>
          <p:cNvSpPr/>
          <p:nvPr/>
        </p:nvSpPr>
        <p:spPr>
          <a:xfrm rot="10451702">
            <a:off x="1771823" y="2809113"/>
            <a:ext cx="3217250" cy="1635476"/>
          </a:xfrm>
          <a:custGeom>
            <a:avLst/>
            <a:gdLst>
              <a:gd name="connsiteX0" fmla="*/ 0 w 5093677"/>
              <a:gd name="connsiteY0" fmla="*/ 662782 h 1325563"/>
              <a:gd name="connsiteX1" fmla="*/ 2546839 w 5093677"/>
              <a:gd name="connsiteY1" fmla="*/ 0 h 1325563"/>
              <a:gd name="connsiteX2" fmla="*/ 5093678 w 5093677"/>
              <a:gd name="connsiteY2" fmla="*/ 662782 h 1325563"/>
              <a:gd name="connsiteX3" fmla="*/ 2546839 w 5093677"/>
              <a:gd name="connsiteY3" fmla="*/ 1325564 h 1325563"/>
              <a:gd name="connsiteX4" fmla="*/ 0 w 5093677"/>
              <a:gd name="connsiteY4" fmla="*/ 662782 h 1325563"/>
              <a:gd name="connsiteX0" fmla="*/ 47198 w 5140876"/>
              <a:gd name="connsiteY0" fmla="*/ 705302 h 1368084"/>
              <a:gd name="connsiteX1" fmla="*/ 1061244 w 5140876"/>
              <a:gd name="connsiteY1" fmla="*/ 136304 h 1368084"/>
              <a:gd name="connsiteX2" fmla="*/ 2594037 w 5140876"/>
              <a:gd name="connsiteY2" fmla="*/ 42520 h 1368084"/>
              <a:gd name="connsiteX3" fmla="*/ 5140876 w 5140876"/>
              <a:gd name="connsiteY3" fmla="*/ 705302 h 1368084"/>
              <a:gd name="connsiteX4" fmla="*/ 2594037 w 5140876"/>
              <a:gd name="connsiteY4" fmla="*/ 1368084 h 1368084"/>
              <a:gd name="connsiteX5" fmla="*/ 47198 w 5140876"/>
              <a:gd name="connsiteY5" fmla="*/ 705302 h 1368084"/>
              <a:gd name="connsiteX0" fmla="*/ 47198 w 5140876"/>
              <a:gd name="connsiteY0" fmla="*/ 705302 h 1572856"/>
              <a:gd name="connsiteX1" fmla="*/ 1061244 w 5140876"/>
              <a:gd name="connsiteY1" fmla="*/ 136304 h 1572856"/>
              <a:gd name="connsiteX2" fmla="*/ 2594037 w 5140876"/>
              <a:gd name="connsiteY2" fmla="*/ 42520 h 1572856"/>
              <a:gd name="connsiteX3" fmla="*/ 5140876 w 5140876"/>
              <a:gd name="connsiteY3" fmla="*/ 705302 h 1572856"/>
              <a:gd name="connsiteX4" fmla="*/ 2594037 w 5140876"/>
              <a:gd name="connsiteY4" fmla="*/ 1368084 h 1572856"/>
              <a:gd name="connsiteX5" fmla="*/ 47198 w 5140876"/>
              <a:gd name="connsiteY5" fmla="*/ 705302 h 1572856"/>
              <a:gd name="connsiteX0" fmla="*/ 47198 w 5140876"/>
              <a:gd name="connsiteY0" fmla="*/ 705302 h 1372390"/>
              <a:gd name="connsiteX1" fmla="*/ 1061244 w 5140876"/>
              <a:gd name="connsiteY1" fmla="*/ 136304 h 1372390"/>
              <a:gd name="connsiteX2" fmla="*/ 2594037 w 5140876"/>
              <a:gd name="connsiteY2" fmla="*/ 42520 h 1372390"/>
              <a:gd name="connsiteX3" fmla="*/ 5140876 w 5140876"/>
              <a:gd name="connsiteY3" fmla="*/ 705302 h 1372390"/>
              <a:gd name="connsiteX4" fmla="*/ 2594037 w 5140876"/>
              <a:gd name="connsiteY4" fmla="*/ 1368084 h 1372390"/>
              <a:gd name="connsiteX5" fmla="*/ 47198 w 5140876"/>
              <a:gd name="connsiteY5" fmla="*/ 705302 h 1372390"/>
              <a:gd name="connsiteX0" fmla="*/ 53037 w 5029485"/>
              <a:gd name="connsiteY0" fmla="*/ 963209 h 1373084"/>
              <a:gd name="connsiteX1" fmla="*/ 949853 w 5029485"/>
              <a:gd name="connsiteY1" fmla="*/ 136304 h 1373084"/>
              <a:gd name="connsiteX2" fmla="*/ 2482646 w 5029485"/>
              <a:gd name="connsiteY2" fmla="*/ 42520 h 1373084"/>
              <a:gd name="connsiteX3" fmla="*/ 5029485 w 5029485"/>
              <a:gd name="connsiteY3" fmla="*/ 705302 h 1373084"/>
              <a:gd name="connsiteX4" fmla="*/ 2482646 w 5029485"/>
              <a:gd name="connsiteY4" fmla="*/ 1368084 h 1373084"/>
              <a:gd name="connsiteX5" fmla="*/ 53037 w 5029485"/>
              <a:gd name="connsiteY5" fmla="*/ 963209 h 1373084"/>
              <a:gd name="connsiteX0" fmla="*/ 60553 w 5037001"/>
              <a:gd name="connsiteY0" fmla="*/ 963209 h 1558862"/>
              <a:gd name="connsiteX1" fmla="*/ 957369 w 5037001"/>
              <a:gd name="connsiteY1" fmla="*/ 136304 h 1558862"/>
              <a:gd name="connsiteX2" fmla="*/ 2490162 w 5037001"/>
              <a:gd name="connsiteY2" fmla="*/ 42520 h 1558862"/>
              <a:gd name="connsiteX3" fmla="*/ 5037001 w 5037001"/>
              <a:gd name="connsiteY3" fmla="*/ 705302 h 1558862"/>
              <a:gd name="connsiteX4" fmla="*/ 2630839 w 5037001"/>
              <a:gd name="connsiteY4" fmla="*/ 1555653 h 1558862"/>
              <a:gd name="connsiteX5" fmla="*/ 60553 w 5037001"/>
              <a:gd name="connsiteY5" fmla="*/ 963209 h 1558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7001" h="1558862">
                <a:moveTo>
                  <a:pt x="60553" y="963209"/>
                </a:moveTo>
                <a:cubicBezTo>
                  <a:pt x="-218359" y="726651"/>
                  <a:pt x="532896" y="246768"/>
                  <a:pt x="957369" y="136304"/>
                </a:cubicBezTo>
                <a:cubicBezTo>
                  <a:pt x="1381842" y="25840"/>
                  <a:pt x="1810223" y="-52313"/>
                  <a:pt x="2490162" y="42520"/>
                </a:cubicBezTo>
                <a:cubicBezTo>
                  <a:pt x="3170101" y="137353"/>
                  <a:pt x="5037001" y="339258"/>
                  <a:pt x="5037001" y="705302"/>
                </a:cubicBezTo>
                <a:cubicBezTo>
                  <a:pt x="5037001" y="1071346"/>
                  <a:pt x="3460247" y="1512669"/>
                  <a:pt x="2630839" y="1555653"/>
                </a:cubicBezTo>
                <a:cubicBezTo>
                  <a:pt x="1801431" y="1598637"/>
                  <a:pt x="339465" y="1199767"/>
                  <a:pt x="60553" y="963209"/>
                </a:cubicBezTo>
                <a:close/>
              </a:path>
            </a:pathLst>
          </a:custGeom>
          <a:solidFill>
            <a:srgbClr val="BDB07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8">
            <a:extLst>
              <a:ext uri="{FF2B5EF4-FFF2-40B4-BE49-F238E27FC236}">
                <a16:creationId xmlns:a16="http://schemas.microsoft.com/office/drawing/2014/main" id="{63A07BDF-2D15-4A3F-9349-C0F5E0237681}"/>
              </a:ext>
            </a:extLst>
          </p:cNvPr>
          <p:cNvSpPr/>
          <p:nvPr/>
        </p:nvSpPr>
        <p:spPr>
          <a:xfrm rot="10451702">
            <a:off x="1555837" y="4265352"/>
            <a:ext cx="3649221" cy="1352057"/>
          </a:xfrm>
          <a:custGeom>
            <a:avLst/>
            <a:gdLst>
              <a:gd name="connsiteX0" fmla="*/ 0 w 5093677"/>
              <a:gd name="connsiteY0" fmla="*/ 662782 h 1325563"/>
              <a:gd name="connsiteX1" fmla="*/ 2546839 w 5093677"/>
              <a:gd name="connsiteY1" fmla="*/ 0 h 1325563"/>
              <a:gd name="connsiteX2" fmla="*/ 5093678 w 5093677"/>
              <a:gd name="connsiteY2" fmla="*/ 662782 h 1325563"/>
              <a:gd name="connsiteX3" fmla="*/ 2546839 w 5093677"/>
              <a:gd name="connsiteY3" fmla="*/ 1325564 h 1325563"/>
              <a:gd name="connsiteX4" fmla="*/ 0 w 5093677"/>
              <a:gd name="connsiteY4" fmla="*/ 662782 h 1325563"/>
              <a:gd name="connsiteX0" fmla="*/ 47198 w 5140876"/>
              <a:gd name="connsiteY0" fmla="*/ 705302 h 1368084"/>
              <a:gd name="connsiteX1" fmla="*/ 1061244 w 5140876"/>
              <a:gd name="connsiteY1" fmla="*/ 136304 h 1368084"/>
              <a:gd name="connsiteX2" fmla="*/ 2594037 w 5140876"/>
              <a:gd name="connsiteY2" fmla="*/ 42520 h 1368084"/>
              <a:gd name="connsiteX3" fmla="*/ 5140876 w 5140876"/>
              <a:gd name="connsiteY3" fmla="*/ 705302 h 1368084"/>
              <a:gd name="connsiteX4" fmla="*/ 2594037 w 5140876"/>
              <a:gd name="connsiteY4" fmla="*/ 1368084 h 1368084"/>
              <a:gd name="connsiteX5" fmla="*/ 47198 w 5140876"/>
              <a:gd name="connsiteY5" fmla="*/ 705302 h 1368084"/>
              <a:gd name="connsiteX0" fmla="*/ 47198 w 5140876"/>
              <a:gd name="connsiteY0" fmla="*/ 705302 h 1572856"/>
              <a:gd name="connsiteX1" fmla="*/ 1061244 w 5140876"/>
              <a:gd name="connsiteY1" fmla="*/ 136304 h 1572856"/>
              <a:gd name="connsiteX2" fmla="*/ 2594037 w 5140876"/>
              <a:gd name="connsiteY2" fmla="*/ 42520 h 1572856"/>
              <a:gd name="connsiteX3" fmla="*/ 5140876 w 5140876"/>
              <a:gd name="connsiteY3" fmla="*/ 705302 h 1572856"/>
              <a:gd name="connsiteX4" fmla="*/ 2594037 w 5140876"/>
              <a:gd name="connsiteY4" fmla="*/ 1368084 h 1572856"/>
              <a:gd name="connsiteX5" fmla="*/ 47198 w 5140876"/>
              <a:gd name="connsiteY5" fmla="*/ 705302 h 1572856"/>
              <a:gd name="connsiteX0" fmla="*/ 47198 w 5140876"/>
              <a:gd name="connsiteY0" fmla="*/ 705302 h 1372390"/>
              <a:gd name="connsiteX1" fmla="*/ 1061244 w 5140876"/>
              <a:gd name="connsiteY1" fmla="*/ 136304 h 1372390"/>
              <a:gd name="connsiteX2" fmla="*/ 2594037 w 5140876"/>
              <a:gd name="connsiteY2" fmla="*/ 42520 h 1372390"/>
              <a:gd name="connsiteX3" fmla="*/ 5140876 w 5140876"/>
              <a:gd name="connsiteY3" fmla="*/ 705302 h 1372390"/>
              <a:gd name="connsiteX4" fmla="*/ 2594037 w 5140876"/>
              <a:gd name="connsiteY4" fmla="*/ 1368084 h 1372390"/>
              <a:gd name="connsiteX5" fmla="*/ 47198 w 5140876"/>
              <a:gd name="connsiteY5" fmla="*/ 705302 h 1372390"/>
              <a:gd name="connsiteX0" fmla="*/ 53037 w 5029485"/>
              <a:gd name="connsiteY0" fmla="*/ 963209 h 1373084"/>
              <a:gd name="connsiteX1" fmla="*/ 949853 w 5029485"/>
              <a:gd name="connsiteY1" fmla="*/ 136304 h 1373084"/>
              <a:gd name="connsiteX2" fmla="*/ 2482646 w 5029485"/>
              <a:gd name="connsiteY2" fmla="*/ 42520 h 1373084"/>
              <a:gd name="connsiteX3" fmla="*/ 5029485 w 5029485"/>
              <a:gd name="connsiteY3" fmla="*/ 705302 h 1373084"/>
              <a:gd name="connsiteX4" fmla="*/ 2482646 w 5029485"/>
              <a:gd name="connsiteY4" fmla="*/ 1368084 h 1373084"/>
              <a:gd name="connsiteX5" fmla="*/ 53037 w 5029485"/>
              <a:gd name="connsiteY5" fmla="*/ 963209 h 1373084"/>
              <a:gd name="connsiteX0" fmla="*/ 60553 w 5037001"/>
              <a:gd name="connsiteY0" fmla="*/ 963209 h 1558862"/>
              <a:gd name="connsiteX1" fmla="*/ 957369 w 5037001"/>
              <a:gd name="connsiteY1" fmla="*/ 136304 h 1558862"/>
              <a:gd name="connsiteX2" fmla="*/ 2490162 w 5037001"/>
              <a:gd name="connsiteY2" fmla="*/ 42520 h 1558862"/>
              <a:gd name="connsiteX3" fmla="*/ 5037001 w 5037001"/>
              <a:gd name="connsiteY3" fmla="*/ 705302 h 1558862"/>
              <a:gd name="connsiteX4" fmla="*/ 2630839 w 5037001"/>
              <a:gd name="connsiteY4" fmla="*/ 1555653 h 1558862"/>
              <a:gd name="connsiteX5" fmla="*/ 60553 w 5037001"/>
              <a:gd name="connsiteY5" fmla="*/ 963209 h 1558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7001" h="1558862">
                <a:moveTo>
                  <a:pt x="60553" y="963209"/>
                </a:moveTo>
                <a:cubicBezTo>
                  <a:pt x="-218359" y="726651"/>
                  <a:pt x="532896" y="246768"/>
                  <a:pt x="957369" y="136304"/>
                </a:cubicBezTo>
                <a:cubicBezTo>
                  <a:pt x="1381842" y="25840"/>
                  <a:pt x="1810223" y="-52313"/>
                  <a:pt x="2490162" y="42520"/>
                </a:cubicBezTo>
                <a:cubicBezTo>
                  <a:pt x="3170101" y="137353"/>
                  <a:pt x="5037001" y="339258"/>
                  <a:pt x="5037001" y="705302"/>
                </a:cubicBezTo>
                <a:cubicBezTo>
                  <a:pt x="5037001" y="1071346"/>
                  <a:pt x="3460247" y="1512669"/>
                  <a:pt x="2630839" y="1555653"/>
                </a:cubicBezTo>
                <a:cubicBezTo>
                  <a:pt x="1801431" y="1598637"/>
                  <a:pt x="339465" y="1199767"/>
                  <a:pt x="60553" y="963209"/>
                </a:cubicBezTo>
                <a:close/>
              </a:path>
            </a:pathLst>
          </a:custGeom>
          <a:solidFill>
            <a:srgbClr val="BDB07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44122C-F077-4B28-A7D9-97BEE814FB04}"/>
              </a:ext>
            </a:extLst>
          </p:cNvPr>
          <p:cNvSpPr txBox="1"/>
          <p:nvPr/>
        </p:nvSpPr>
        <p:spPr>
          <a:xfrm>
            <a:off x="1929327" y="3325824"/>
            <a:ext cx="313420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2800" dirty="0">
                <a:latin typeface="Arial Nova" panose="020B0504020202020204" pitchFamily="34" charset="0"/>
                <a:cs typeface="B Arshia" panose="00000400000000000000" pitchFamily="2" charset="-78"/>
              </a:rPr>
              <a:t>1.</a:t>
            </a:r>
            <a:r>
              <a:rPr lang="en-US" sz="2800" dirty="0">
                <a:cs typeface="B Arshia" panose="00000400000000000000" pitchFamily="2" charset="-78"/>
              </a:rPr>
              <a:t>Reapository</a:t>
            </a:r>
          </a:p>
          <a:p>
            <a:pPr algn="ctr" rtl="1"/>
            <a:endParaRPr lang="en-US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63B74-09E3-4019-842A-DF478ACC1D91}"/>
              </a:ext>
            </a:extLst>
          </p:cNvPr>
          <p:cNvSpPr txBox="1"/>
          <p:nvPr/>
        </p:nvSpPr>
        <p:spPr>
          <a:xfrm>
            <a:off x="2571230" y="4717186"/>
            <a:ext cx="1740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Arial Nova" panose="020B0504020202020204" pitchFamily="34" charset="0"/>
                <a:cs typeface="B Arshia" panose="00000400000000000000" pitchFamily="2" charset="-78"/>
              </a:rPr>
              <a:t>2.commit</a:t>
            </a:r>
          </a:p>
        </p:txBody>
      </p:sp>
    </p:spTree>
    <p:extLst>
      <p:ext uri="{BB962C8B-B14F-4D97-AF65-F5344CB8AC3E}">
        <p14:creationId xmlns:p14="http://schemas.microsoft.com/office/powerpoint/2010/main" val="3503061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3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364A-855B-4E45-902E-26E573049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01472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A3326A-43B1-47C2-9E84-5A2083231D88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EA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FF1A5F3-E91F-4247-B868-0F0939CA4402}"/>
              </a:ext>
            </a:extLst>
          </p:cNvPr>
          <p:cNvSpPr/>
          <p:nvPr/>
        </p:nvSpPr>
        <p:spPr>
          <a:xfrm>
            <a:off x="5693895" y="1446734"/>
            <a:ext cx="7017036" cy="5092727"/>
          </a:xfrm>
          <a:custGeom>
            <a:avLst/>
            <a:gdLst>
              <a:gd name="connsiteX0" fmla="*/ 0 w 9491240"/>
              <a:gd name="connsiteY0" fmla="*/ 3258274 h 6516547"/>
              <a:gd name="connsiteX1" fmla="*/ 4745620 w 9491240"/>
              <a:gd name="connsiteY1" fmla="*/ 0 h 6516547"/>
              <a:gd name="connsiteX2" fmla="*/ 9491240 w 9491240"/>
              <a:gd name="connsiteY2" fmla="*/ 3258274 h 6516547"/>
              <a:gd name="connsiteX3" fmla="*/ 4745620 w 9491240"/>
              <a:gd name="connsiteY3" fmla="*/ 6516548 h 6516547"/>
              <a:gd name="connsiteX4" fmla="*/ 0 w 9491240"/>
              <a:gd name="connsiteY4" fmla="*/ 3258274 h 6516547"/>
              <a:gd name="connsiteX0" fmla="*/ 92618 w 9583858"/>
              <a:gd name="connsiteY0" fmla="*/ 3404005 h 6662279"/>
              <a:gd name="connsiteX1" fmla="*/ 1932993 w 9583858"/>
              <a:gd name="connsiteY1" fmla="*/ 851786 h 6662279"/>
              <a:gd name="connsiteX2" fmla="*/ 4838238 w 9583858"/>
              <a:gd name="connsiteY2" fmla="*/ 145731 h 6662279"/>
              <a:gd name="connsiteX3" fmla="*/ 9583858 w 9583858"/>
              <a:gd name="connsiteY3" fmla="*/ 3404005 h 6662279"/>
              <a:gd name="connsiteX4" fmla="*/ 4838238 w 9583858"/>
              <a:gd name="connsiteY4" fmla="*/ 6662279 h 6662279"/>
              <a:gd name="connsiteX5" fmla="*/ 92618 w 9583858"/>
              <a:gd name="connsiteY5" fmla="*/ 3404005 h 666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83858" h="6662279">
                <a:moveTo>
                  <a:pt x="92618" y="3404005"/>
                </a:moveTo>
                <a:cubicBezTo>
                  <a:pt x="-391590" y="2435590"/>
                  <a:pt x="1142056" y="1394832"/>
                  <a:pt x="1932993" y="851786"/>
                </a:cubicBezTo>
                <a:cubicBezTo>
                  <a:pt x="2723930" y="308740"/>
                  <a:pt x="3563094" y="-279639"/>
                  <a:pt x="4838238" y="145731"/>
                </a:cubicBezTo>
                <a:cubicBezTo>
                  <a:pt x="6113382" y="571101"/>
                  <a:pt x="9583858" y="1604510"/>
                  <a:pt x="9583858" y="3404005"/>
                </a:cubicBezTo>
                <a:cubicBezTo>
                  <a:pt x="9583858" y="5203500"/>
                  <a:pt x="7459172" y="6662279"/>
                  <a:pt x="4838238" y="6662279"/>
                </a:cubicBezTo>
                <a:cubicBezTo>
                  <a:pt x="2217304" y="6662279"/>
                  <a:pt x="576826" y="4372421"/>
                  <a:pt x="92618" y="3404005"/>
                </a:cubicBezTo>
                <a:close/>
              </a:path>
            </a:pathLst>
          </a:custGeom>
          <a:solidFill>
            <a:srgbClr val="D8D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327F5F-CEE4-4DAE-8259-6E9C7D3E0E90}"/>
              </a:ext>
            </a:extLst>
          </p:cNvPr>
          <p:cNvSpPr/>
          <p:nvPr/>
        </p:nvSpPr>
        <p:spPr>
          <a:xfrm>
            <a:off x="13229863" y="2986268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FF6D5C-C727-4994-A14B-30C3405BB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168" y="1309581"/>
            <a:ext cx="9538490" cy="63574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6B6DD5-7A1C-4A19-A55E-87059A198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32370" y="2986268"/>
            <a:ext cx="7410450" cy="47815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846572-A150-4B0C-AA33-2877D5BA72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34" y="-2733635"/>
            <a:ext cx="2583347" cy="1080309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551C45D-8EF5-482E-86A7-3C4B6E05D112}"/>
              </a:ext>
            </a:extLst>
          </p:cNvPr>
          <p:cNvSpPr/>
          <p:nvPr/>
        </p:nvSpPr>
        <p:spPr>
          <a:xfrm>
            <a:off x="508443" y="496742"/>
            <a:ext cx="5412947" cy="2932257"/>
          </a:xfrm>
          <a:custGeom>
            <a:avLst/>
            <a:gdLst>
              <a:gd name="connsiteX0" fmla="*/ 0 w 5093677"/>
              <a:gd name="connsiteY0" fmla="*/ 662782 h 1325563"/>
              <a:gd name="connsiteX1" fmla="*/ 2546839 w 5093677"/>
              <a:gd name="connsiteY1" fmla="*/ 0 h 1325563"/>
              <a:gd name="connsiteX2" fmla="*/ 5093678 w 5093677"/>
              <a:gd name="connsiteY2" fmla="*/ 662782 h 1325563"/>
              <a:gd name="connsiteX3" fmla="*/ 2546839 w 5093677"/>
              <a:gd name="connsiteY3" fmla="*/ 1325564 h 1325563"/>
              <a:gd name="connsiteX4" fmla="*/ 0 w 5093677"/>
              <a:gd name="connsiteY4" fmla="*/ 662782 h 1325563"/>
              <a:gd name="connsiteX0" fmla="*/ 47198 w 5140876"/>
              <a:gd name="connsiteY0" fmla="*/ 705302 h 1368084"/>
              <a:gd name="connsiteX1" fmla="*/ 1061244 w 5140876"/>
              <a:gd name="connsiteY1" fmla="*/ 136304 h 1368084"/>
              <a:gd name="connsiteX2" fmla="*/ 2594037 w 5140876"/>
              <a:gd name="connsiteY2" fmla="*/ 42520 h 1368084"/>
              <a:gd name="connsiteX3" fmla="*/ 5140876 w 5140876"/>
              <a:gd name="connsiteY3" fmla="*/ 705302 h 1368084"/>
              <a:gd name="connsiteX4" fmla="*/ 2594037 w 5140876"/>
              <a:gd name="connsiteY4" fmla="*/ 1368084 h 1368084"/>
              <a:gd name="connsiteX5" fmla="*/ 47198 w 5140876"/>
              <a:gd name="connsiteY5" fmla="*/ 705302 h 1368084"/>
              <a:gd name="connsiteX0" fmla="*/ 47198 w 5140876"/>
              <a:gd name="connsiteY0" fmla="*/ 705302 h 1572856"/>
              <a:gd name="connsiteX1" fmla="*/ 1061244 w 5140876"/>
              <a:gd name="connsiteY1" fmla="*/ 136304 h 1572856"/>
              <a:gd name="connsiteX2" fmla="*/ 2594037 w 5140876"/>
              <a:gd name="connsiteY2" fmla="*/ 42520 h 1572856"/>
              <a:gd name="connsiteX3" fmla="*/ 5140876 w 5140876"/>
              <a:gd name="connsiteY3" fmla="*/ 705302 h 1572856"/>
              <a:gd name="connsiteX4" fmla="*/ 2594037 w 5140876"/>
              <a:gd name="connsiteY4" fmla="*/ 1368084 h 1572856"/>
              <a:gd name="connsiteX5" fmla="*/ 47198 w 5140876"/>
              <a:gd name="connsiteY5" fmla="*/ 705302 h 1572856"/>
              <a:gd name="connsiteX0" fmla="*/ 47198 w 5140876"/>
              <a:gd name="connsiteY0" fmla="*/ 705302 h 1372390"/>
              <a:gd name="connsiteX1" fmla="*/ 1061244 w 5140876"/>
              <a:gd name="connsiteY1" fmla="*/ 136304 h 1372390"/>
              <a:gd name="connsiteX2" fmla="*/ 2594037 w 5140876"/>
              <a:gd name="connsiteY2" fmla="*/ 42520 h 1372390"/>
              <a:gd name="connsiteX3" fmla="*/ 5140876 w 5140876"/>
              <a:gd name="connsiteY3" fmla="*/ 705302 h 1372390"/>
              <a:gd name="connsiteX4" fmla="*/ 2594037 w 5140876"/>
              <a:gd name="connsiteY4" fmla="*/ 1368084 h 1372390"/>
              <a:gd name="connsiteX5" fmla="*/ 47198 w 5140876"/>
              <a:gd name="connsiteY5" fmla="*/ 705302 h 1372390"/>
              <a:gd name="connsiteX0" fmla="*/ 53037 w 5029485"/>
              <a:gd name="connsiteY0" fmla="*/ 963209 h 1373084"/>
              <a:gd name="connsiteX1" fmla="*/ 949853 w 5029485"/>
              <a:gd name="connsiteY1" fmla="*/ 136304 h 1373084"/>
              <a:gd name="connsiteX2" fmla="*/ 2482646 w 5029485"/>
              <a:gd name="connsiteY2" fmla="*/ 42520 h 1373084"/>
              <a:gd name="connsiteX3" fmla="*/ 5029485 w 5029485"/>
              <a:gd name="connsiteY3" fmla="*/ 705302 h 1373084"/>
              <a:gd name="connsiteX4" fmla="*/ 2482646 w 5029485"/>
              <a:gd name="connsiteY4" fmla="*/ 1368084 h 1373084"/>
              <a:gd name="connsiteX5" fmla="*/ 53037 w 5029485"/>
              <a:gd name="connsiteY5" fmla="*/ 963209 h 1373084"/>
              <a:gd name="connsiteX0" fmla="*/ 60553 w 5037001"/>
              <a:gd name="connsiteY0" fmla="*/ 963209 h 1558862"/>
              <a:gd name="connsiteX1" fmla="*/ 957369 w 5037001"/>
              <a:gd name="connsiteY1" fmla="*/ 136304 h 1558862"/>
              <a:gd name="connsiteX2" fmla="*/ 2490162 w 5037001"/>
              <a:gd name="connsiteY2" fmla="*/ 42520 h 1558862"/>
              <a:gd name="connsiteX3" fmla="*/ 5037001 w 5037001"/>
              <a:gd name="connsiteY3" fmla="*/ 705302 h 1558862"/>
              <a:gd name="connsiteX4" fmla="*/ 2630839 w 5037001"/>
              <a:gd name="connsiteY4" fmla="*/ 1555653 h 1558862"/>
              <a:gd name="connsiteX5" fmla="*/ 60553 w 5037001"/>
              <a:gd name="connsiteY5" fmla="*/ 963209 h 1558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7001" h="1558862">
                <a:moveTo>
                  <a:pt x="60553" y="963209"/>
                </a:moveTo>
                <a:cubicBezTo>
                  <a:pt x="-218359" y="726651"/>
                  <a:pt x="532896" y="246768"/>
                  <a:pt x="957369" y="136304"/>
                </a:cubicBezTo>
                <a:cubicBezTo>
                  <a:pt x="1381842" y="25840"/>
                  <a:pt x="1810223" y="-52313"/>
                  <a:pt x="2490162" y="42520"/>
                </a:cubicBezTo>
                <a:cubicBezTo>
                  <a:pt x="3170101" y="137353"/>
                  <a:pt x="5037001" y="339258"/>
                  <a:pt x="5037001" y="705302"/>
                </a:cubicBezTo>
                <a:cubicBezTo>
                  <a:pt x="5037001" y="1071346"/>
                  <a:pt x="3460247" y="1512669"/>
                  <a:pt x="2630839" y="1555653"/>
                </a:cubicBezTo>
                <a:cubicBezTo>
                  <a:pt x="1801431" y="1598637"/>
                  <a:pt x="339465" y="1199767"/>
                  <a:pt x="60553" y="963209"/>
                </a:cubicBezTo>
                <a:close/>
              </a:path>
            </a:pathLst>
          </a:custGeom>
          <a:solidFill>
            <a:srgbClr val="D8D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34BFB1-79F3-4746-BB96-A95FCBE87C72}"/>
              </a:ext>
            </a:extLst>
          </p:cNvPr>
          <p:cNvSpPr txBox="1"/>
          <p:nvPr/>
        </p:nvSpPr>
        <p:spPr>
          <a:xfrm>
            <a:off x="823624" y="1416087"/>
            <a:ext cx="45550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dirty="0">
                <a:latin typeface="Arial Nova" panose="020B0504020202020204" pitchFamily="34" charset="0"/>
                <a:cs typeface="B Arshia" panose="00000400000000000000" pitchFamily="2" charset="-78"/>
              </a:rPr>
              <a:t>The main of git :</a:t>
            </a:r>
            <a:endParaRPr lang="fa-IR" sz="4800" dirty="0">
              <a:latin typeface="Arial Nova" panose="020B0504020202020204" pitchFamily="34" charset="0"/>
              <a:cs typeface="B Arshia" panose="00000400000000000000" pitchFamily="2" charset="-78"/>
            </a:endParaRPr>
          </a:p>
        </p:txBody>
      </p:sp>
      <p:sp>
        <p:nvSpPr>
          <p:cNvPr id="14" name="Oval 8">
            <a:extLst>
              <a:ext uri="{FF2B5EF4-FFF2-40B4-BE49-F238E27FC236}">
                <a16:creationId xmlns:a16="http://schemas.microsoft.com/office/drawing/2014/main" id="{A62EA92B-8EF1-42C8-9734-9F1CF45315CE}"/>
              </a:ext>
            </a:extLst>
          </p:cNvPr>
          <p:cNvSpPr/>
          <p:nvPr/>
        </p:nvSpPr>
        <p:spPr>
          <a:xfrm rot="10451702">
            <a:off x="1771823" y="2809113"/>
            <a:ext cx="3217250" cy="1635476"/>
          </a:xfrm>
          <a:custGeom>
            <a:avLst/>
            <a:gdLst>
              <a:gd name="connsiteX0" fmla="*/ 0 w 5093677"/>
              <a:gd name="connsiteY0" fmla="*/ 662782 h 1325563"/>
              <a:gd name="connsiteX1" fmla="*/ 2546839 w 5093677"/>
              <a:gd name="connsiteY1" fmla="*/ 0 h 1325563"/>
              <a:gd name="connsiteX2" fmla="*/ 5093678 w 5093677"/>
              <a:gd name="connsiteY2" fmla="*/ 662782 h 1325563"/>
              <a:gd name="connsiteX3" fmla="*/ 2546839 w 5093677"/>
              <a:gd name="connsiteY3" fmla="*/ 1325564 h 1325563"/>
              <a:gd name="connsiteX4" fmla="*/ 0 w 5093677"/>
              <a:gd name="connsiteY4" fmla="*/ 662782 h 1325563"/>
              <a:gd name="connsiteX0" fmla="*/ 47198 w 5140876"/>
              <a:gd name="connsiteY0" fmla="*/ 705302 h 1368084"/>
              <a:gd name="connsiteX1" fmla="*/ 1061244 w 5140876"/>
              <a:gd name="connsiteY1" fmla="*/ 136304 h 1368084"/>
              <a:gd name="connsiteX2" fmla="*/ 2594037 w 5140876"/>
              <a:gd name="connsiteY2" fmla="*/ 42520 h 1368084"/>
              <a:gd name="connsiteX3" fmla="*/ 5140876 w 5140876"/>
              <a:gd name="connsiteY3" fmla="*/ 705302 h 1368084"/>
              <a:gd name="connsiteX4" fmla="*/ 2594037 w 5140876"/>
              <a:gd name="connsiteY4" fmla="*/ 1368084 h 1368084"/>
              <a:gd name="connsiteX5" fmla="*/ 47198 w 5140876"/>
              <a:gd name="connsiteY5" fmla="*/ 705302 h 1368084"/>
              <a:gd name="connsiteX0" fmla="*/ 47198 w 5140876"/>
              <a:gd name="connsiteY0" fmla="*/ 705302 h 1572856"/>
              <a:gd name="connsiteX1" fmla="*/ 1061244 w 5140876"/>
              <a:gd name="connsiteY1" fmla="*/ 136304 h 1572856"/>
              <a:gd name="connsiteX2" fmla="*/ 2594037 w 5140876"/>
              <a:gd name="connsiteY2" fmla="*/ 42520 h 1572856"/>
              <a:gd name="connsiteX3" fmla="*/ 5140876 w 5140876"/>
              <a:gd name="connsiteY3" fmla="*/ 705302 h 1572856"/>
              <a:gd name="connsiteX4" fmla="*/ 2594037 w 5140876"/>
              <a:gd name="connsiteY4" fmla="*/ 1368084 h 1572856"/>
              <a:gd name="connsiteX5" fmla="*/ 47198 w 5140876"/>
              <a:gd name="connsiteY5" fmla="*/ 705302 h 1572856"/>
              <a:gd name="connsiteX0" fmla="*/ 47198 w 5140876"/>
              <a:gd name="connsiteY0" fmla="*/ 705302 h 1372390"/>
              <a:gd name="connsiteX1" fmla="*/ 1061244 w 5140876"/>
              <a:gd name="connsiteY1" fmla="*/ 136304 h 1372390"/>
              <a:gd name="connsiteX2" fmla="*/ 2594037 w 5140876"/>
              <a:gd name="connsiteY2" fmla="*/ 42520 h 1372390"/>
              <a:gd name="connsiteX3" fmla="*/ 5140876 w 5140876"/>
              <a:gd name="connsiteY3" fmla="*/ 705302 h 1372390"/>
              <a:gd name="connsiteX4" fmla="*/ 2594037 w 5140876"/>
              <a:gd name="connsiteY4" fmla="*/ 1368084 h 1372390"/>
              <a:gd name="connsiteX5" fmla="*/ 47198 w 5140876"/>
              <a:gd name="connsiteY5" fmla="*/ 705302 h 1372390"/>
              <a:gd name="connsiteX0" fmla="*/ 53037 w 5029485"/>
              <a:gd name="connsiteY0" fmla="*/ 963209 h 1373084"/>
              <a:gd name="connsiteX1" fmla="*/ 949853 w 5029485"/>
              <a:gd name="connsiteY1" fmla="*/ 136304 h 1373084"/>
              <a:gd name="connsiteX2" fmla="*/ 2482646 w 5029485"/>
              <a:gd name="connsiteY2" fmla="*/ 42520 h 1373084"/>
              <a:gd name="connsiteX3" fmla="*/ 5029485 w 5029485"/>
              <a:gd name="connsiteY3" fmla="*/ 705302 h 1373084"/>
              <a:gd name="connsiteX4" fmla="*/ 2482646 w 5029485"/>
              <a:gd name="connsiteY4" fmla="*/ 1368084 h 1373084"/>
              <a:gd name="connsiteX5" fmla="*/ 53037 w 5029485"/>
              <a:gd name="connsiteY5" fmla="*/ 963209 h 1373084"/>
              <a:gd name="connsiteX0" fmla="*/ 60553 w 5037001"/>
              <a:gd name="connsiteY0" fmla="*/ 963209 h 1558862"/>
              <a:gd name="connsiteX1" fmla="*/ 957369 w 5037001"/>
              <a:gd name="connsiteY1" fmla="*/ 136304 h 1558862"/>
              <a:gd name="connsiteX2" fmla="*/ 2490162 w 5037001"/>
              <a:gd name="connsiteY2" fmla="*/ 42520 h 1558862"/>
              <a:gd name="connsiteX3" fmla="*/ 5037001 w 5037001"/>
              <a:gd name="connsiteY3" fmla="*/ 705302 h 1558862"/>
              <a:gd name="connsiteX4" fmla="*/ 2630839 w 5037001"/>
              <a:gd name="connsiteY4" fmla="*/ 1555653 h 1558862"/>
              <a:gd name="connsiteX5" fmla="*/ 60553 w 5037001"/>
              <a:gd name="connsiteY5" fmla="*/ 963209 h 1558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7001" h="1558862">
                <a:moveTo>
                  <a:pt x="60553" y="963209"/>
                </a:moveTo>
                <a:cubicBezTo>
                  <a:pt x="-218359" y="726651"/>
                  <a:pt x="532896" y="246768"/>
                  <a:pt x="957369" y="136304"/>
                </a:cubicBezTo>
                <a:cubicBezTo>
                  <a:pt x="1381842" y="25840"/>
                  <a:pt x="1810223" y="-52313"/>
                  <a:pt x="2490162" y="42520"/>
                </a:cubicBezTo>
                <a:cubicBezTo>
                  <a:pt x="3170101" y="137353"/>
                  <a:pt x="5037001" y="339258"/>
                  <a:pt x="5037001" y="705302"/>
                </a:cubicBezTo>
                <a:cubicBezTo>
                  <a:pt x="5037001" y="1071346"/>
                  <a:pt x="3460247" y="1512669"/>
                  <a:pt x="2630839" y="1555653"/>
                </a:cubicBezTo>
                <a:cubicBezTo>
                  <a:pt x="1801431" y="1598637"/>
                  <a:pt x="339465" y="1199767"/>
                  <a:pt x="60553" y="963209"/>
                </a:cubicBezTo>
                <a:close/>
              </a:path>
            </a:pathLst>
          </a:custGeom>
          <a:solidFill>
            <a:srgbClr val="BDB07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8">
            <a:extLst>
              <a:ext uri="{FF2B5EF4-FFF2-40B4-BE49-F238E27FC236}">
                <a16:creationId xmlns:a16="http://schemas.microsoft.com/office/drawing/2014/main" id="{63A07BDF-2D15-4A3F-9349-C0F5E0237681}"/>
              </a:ext>
            </a:extLst>
          </p:cNvPr>
          <p:cNvSpPr/>
          <p:nvPr/>
        </p:nvSpPr>
        <p:spPr>
          <a:xfrm rot="10451702">
            <a:off x="1555837" y="4265352"/>
            <a:ext cx="3649221" cy="1352057"/>
          </a:xfrm>
          <a:custGeom>
            <a:avLst/>
            <a:gdLst>
              <a:gd name="connsiteX0" fmla="*/ 0 w 5093677"/>
              <a:gd name="connsiteY0" fmla="*/ 662782 h 1325563"/>
              <a:gd name="connsiteX1" fmla="*/ 2546839 w 5093677"/>
              <a:gd name="connsiteY1" fmla="*/ 0 h 1325563"/>
              <a:gd name="connsiteX2" fmla="*/ 5093678 w 5093677"/>
              <a:gd name="connsiteY2" fmla="*/ 662782 h 1325563"/>
              <a:gd name="connsiteX3" fmla="*/ 2546839 w 5093677"/>
              <a:gd name="connsiteY3" fmla="*/ 1325564 h 1325563"/>
              <a:gd name="connsiteX4" fmla="*/ 0 w 5093677"/>
              <a:gd name="connsiteY4" fmla="*/ 662782 h 1325563"/>
              <a:gd name="connsiteX0" fmla="*/ 47198 w 5140876"/>
              <a:gd name="connsiteY0" fmla="*/ 705302 h 1368084"/>
              <a:gd name="connsiteX1" fmla="*/ 1061244 w 5140876"/>
              <a:gd name="connsiteY1" fmla="*/ 136304 h 1368084"/>
              <a:gd name="connsiteX2" fmla="*/ 2594037 w 5140876"/>
              <a:gd name="connsiteY2" fmla="*/ 42520 h 1368084"/>
              <a:gd name="connsiteX3" fmla="*/ 5140876 w 5140876"/>
              <a:gd name="connsiteY3" fmla="*/ 705302 h 1368084"/>
              <a:gd name="connsiteX4" fmla="*/ 2594037 w 5140876"/>
              <a:gd name="connsiteY4" fmla="*/ 1368084 h 1368084"/>
              <a:gd name="connsiteX5" fmla="*/ 47198 w 5140876"/>
              <a:gd name="connsiteY5" fmla="*/ 705302 h 1368084"/>
              <a:gd name="connsiteX0" fmla="*/ 47198 w 5140876"/>
              <a:gd name="connsiteY0" fmla="*/ 705302 h 1572856"/>
              <a:gd name="connsiteX1" fmla="*/ 1061244 w 5140876"/>
              <a:gd name="connsiteY1" fmla="*/ 136304 h 1572856"/>
              <a:gd name="connsiteX2" fmla="*/ 2594037 w 5140876"/>
              <a:gd name="connsiteY2" fmla="*/ 42520 h 1572856"/>
              <a:gd name="connsiteX3" fmla="*/ 5140876 w 5140876"/>
              <a:gd name="connsiteY3" fmla="*/ 705302 h 1572856"/>
              <a:gd name="connsiteX4" fmla="*/ 2594037 w 5140876"/>
              <a:gd name="connsiteY4" fmla="*/ 1368084 h 1572856"/>
              <a:gd name="connsiteX5" fmla="*/ 47198 w 5140876"/>
              <a:gd name="connsiteY5" fmla="*/ 705302 h 1572856"/>
              <a:gd name="connsiteX0" fmla="*/ 47198 w 5140876"/>
              <a:gd name="connsiteY0" fmla="*/ 705302 h 1372390"/>
              <a:gd name="connsiteX1" fmla="*/ 1061244 w 5140876"/>
              <a:gd name="connsiteY1" fmla="*/ 136304 h 1372390"/>
              <a:gd name="connsiteX2" fmla="*/ 2594037 w 5140876"/>
              <a:gd name="connsiteY2" fmla="*/ 42520 h 1372390"/>
              <a:gd name="connsiteX3" fmla="*/ 5140876 w 5140876"/>
              <a:gd name="connsiteY3" fmla="*/ 705302 h 1372390"/>
              <a:gd name="connsiteX4" fmla="*/ 2594037 w 5140876"/>
              <a:gd name="connsiteY4" fmla="*/ 1368084 h 1372390"/>
              <a:gd name="connsiteX5" fmla="*/ 47198 w 5140876"/>
              <a:gd name="connsiteY5" fmla="*/ 705302 h 1372390"/>
              <a:gd name="connsiteX0" fmla="*/ 53037 w 5029485"/>
              <a:gd name="connsiteY0" fmla="*/ 963209 h 1373084"/>
              <a:gd name="connsiteX1" fmla="*/ 949853 w 5029485"/>
              <a:gd name="connsiteY1" fmla="*/ 136304 h 1373084"/>
              <a:gd name="connsiteX2" fmla="*/ 2482646 w 5029485"/>
              <a:gd name="connsiteY2" fmla="*/ 42520 h 1373084"/>
              <a:gd name="connsiteX3" fmla="*/ 5029485 w 5029485"/>
              <a:gd name="connsiteY3" fmla="*/ 705302 h 1373084"/>
              <a:gd name="connsiteX4" fmla="*/ 2482646 w 5029485"/>
              <a:gd name="connsiteY4" fmla="*/ 1368084 h 1373084"/>
              <a:gd name="connsiteX5" fmla="*/ 53037 w 5029485"/>
              <a:gd name="connsiteY5" fmla="*/ 963209 h 1373084"/>
              <a:gd name="connsiteX0" fmla="*/ 60553 w 5037001"/>
              <a:gd name="connsiteY0" fmla="*/ 963209 h 1558862"/>
              <a:gd name="connsiteX1" fmla="*/ 957369 w 5037001"/>
              <a:gd name="connsiteY1" fmla="*/ 136304 h 1558862"/>
              <a:gd name="connsiteX2" fmla="*/ 2490162 w 5037001"/>
              <a:gd name="connsiteY2" fmla="*/ 42520 h 1558862"/>
              <a:gd name="connsiteX3" fmla="*/ 5037001 w 5037001"/>
              <a:gd name="connsiteY3" fmla="*/ 705302 h 1558862"/>
              <a:gd name="connsiteX4" fmla="*/ 2630839 w 5037001"/>
              <a:gd name="connsiteY4" fmla="*/ 1555653 h 1558862"/>
              <a:gd name="connsiteX5" fmla="*/ 60553 w 5037001"/>
              <a:gd name="connsiteY5" fmla="*/ 963209 h 1558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7001" h="1558862">
                <a:moveTo>
                  <a:pt x="60553" y="963209"/>
                </a:moveTo>
                <a:cubicBezTo>
                  <a:pt x="-218359" y="726651"/>
                  <a:pt x="532896" y="246768"/>
                  <a:pt x="957369" y="136304"/>
                </a:cubicBezTo>
                <a:cubicBezTo>
                  <a:pt x="1381842" y="25840"/>
                  <a:pt x="1810223" y="-52313"/>
                  <a:pt x="2490162" y="42520"/>
                </a:cubicBezTo>
                <a:cubicBezTo>
                  <a:pt x="3170101" y="137353"/>
                  <a:pt x="5037001" y="339258"/>
                  <a:pt x="5037001" y="705302"/>
                </a:cubicBezTo>
                <a:cubicBezTo>
                  <a:pt x="5037001" y="1071346"/>
                  <a:pt x="3460247" y="1512669"/>
                  <a:pt x="2630839" y="1555653"/>
                </a:cubicBezTo>
                <a:cubicBezTo>
                  <a:pt x="1801431" y="1598637"/>
                  <a:pt x="339465" y="1199767"/>
                  <a:pt x="60553" y="963209"/>
                </a:cubicBezTo>
                <a:close/>
              </a:path>
            </a:pathLst>
          </a:custGeom>
          <a:solidFill>
            <a:srgbClr val="BDB07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44122C-F077-4B28-A7D9-97BEE814FB04}"/>
              </a:ext>
            </a:extLst>
          </p:cNvPr>
          <p:cNvSpPr txBox="1"/>
          <p:nvPr/>
        </p:nvSpPr>
        <p:spPr>
          <a:xfrm>
            <a:off x="1929326" y="3325824"/>
            <a:ext cx="313420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2800" dirty="0">
                <a:latin typeface="Arial Nova" panose="020B0504020202020204" pitchFamily="34" charset="0"/>
                <a:cs typeface="B Arshia" panose="00000400000000000000" pitchFamily="2" charset="-78"/>
              </a:rPr>
              <a:t>1.</a:t>
            </a:r>
            <a:r>
              <a:rPr lang="en-US" sz="2800" dirty="0">
                <a:cs typeface="B Arshia" panose="00000400000000000000" pitchFamily="2" charset="-78"/>
              </a:rPr>
              <a:t>Reapository</a:t>
            </a:r>
          </a:p>
          <a:p>
            <a:pPr algn="ctr" rtl="1"/>
            <a:endParaRPr lang="en-US" sz="4000" dirty="0">
              <a:cs typeface="B Arshia" panose="000004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63B74-09E3-4019-842A-DF478ACC1D91}"/>
              </a:ext>
            </a:extLst>
          </p:cNvPr>
          <p:cNvSpPr txBox="1"/>
          <p:nvPr/>
        </p:nvSpPr>
        <p:spPr>
          <a:xfrm>
            <a:off x="2613884" y="4587438"/>
            <a:ext cx="1654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Arial Nova" panose="020B0504020202020204" pitchFamily="34" charset="0"/>
                <a:cs typeface="B Arshia" panose="00000400000000000000" pitchFamily="2" charset="-78"/>
              </a:rPr>
              <a:t>2.commit</a:t>
            </a:r>
          </a:p>
        </p:txBody>
      </p:sp>
    </p:spTree>
    <p:extLst>
      <p:ext uri="{BB962C8B-B14F-4D97-AF65-F5344CB8AC3E}">
        <p14:creationId xmlns:p14="http://schemas.microsoft.com/office/powerpoint/2010/main" val="472697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57555F-839D-4727-AA7B-D4877863A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144" y="-55978"/>
            <a:ext cx="7508752" cy="691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414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B5F5C9E-1410-423C-9C87-DF6C6C914806}"/>
              </a:ext>
            </a:extLst>
          </p:cNvPr>
          <p:cNvSpPr/>
          <p:nvPr/>
        </p:nvSpPr>
        <p:spPr>
          <a:xfrm>
            <a:off x="4257987" y="2265680"/>
            <a:ext cx="6248400" cy="2590800"/>
          </a:xfrm>
          <a:prstGeom prst="round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CDA0C-85F5-4463-8EC1-7DF3C7ECB7E8}"/>
              </a:ext>
            </a:extLst>
          </p:cNvPr>
          <p:cNvSpPr txBox="1"/>
          <p:nvPr/>
        </p:nvSpPr>
        <p:spPr>
          <a:xfrm>
            <a:off x="5844989" y="314558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rial Nova" panose="020B0504020202020204" pitchFamily="34" charset="0"/>
                <a:cs typeface="B Arshia" panose="00000400000000000000" pitchFamily="2" charset="-78"/>
              </a:rPr>
              <a:t>What is </a:t>
            </a:r>
            <a:r>
              <a:rPr lang="en-US" sz="4800" dirty="0" err="1">
                <a:solidFill>
                  <a:schemeClr val="bg1"/>
                </a:solidFill>
                <a:latin typeface="Arial Nova" panose="020B0504020202020204" pitchFamily="34" charset="0"/>
                <a:cs typeface="B Arshia" panose="00000400000000000000" pitchFamily="2" charset="-78"/>
              </a:rPr>
              <a:t>github</a:t>
            </a:r>
            <a:r>
              <a:rPr lang="en-US" sz="4800" dirty="0">
                <a:solidFill>
                  <a:schemeClr val="bg1"/>
                </a:solidFill>
                <a:latin typeface="Arial Nova" panose="020B0504020202020204" pitchFamily="34" charset="0"/>
                <a:cs typeface="B Arshia" panose="00000400000000000000" pitchFamily="2" charset="-78"/>
              </a:rPr>
              <a:t>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57555F-839D-4727-AA7B-D4877863A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08" y="1146091"/>
            <a:ext cx="4958592" cy="456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686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8CDA0C-85F5-4463-8EC1-7DF3C7ECB7E8}"/>
              </a:ext>
            </a:extLst>
          </p:cNvPr>
          <p:cNvSpPr txBox="1"/>
          <p:nvPr/>
        </p:nvSpPr>
        <p:spPr>
          <a:xfrm>
            <a:off x="6096000" y="296091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7200" dirty="0">
                <a:solidFill>
                  <a:schemeClr val="bg1"/>
                </a:solidFill>
                <a:cs typeface="B Arshia" panose="00000400000000000000" pitchFamily="2" charset="-78"/>
              </a:rPr>
              <a:t>گیت هاب چیست ؟</a:t>
            </a:r>
            <a:endParaRPr lang="en-US" sz="7200" dirty="0">
              <a:solidFill>
                <a:schemeClr val="bg1"/>
              </a:solidFill>
              <a:cs typeface="B Arshia" panose="00000400000000000000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57555F-839D-4727-AA7B-D4877863A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47520" y="-31019304"/>
            <a:ext cx="47030640" cy="433053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3665D3-EFA9-4042-84BD-9F341E6EA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93422"/>
            <a:ext cx="12192000" cy="58155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94CAC9-A195-4260-84CE-8614B9F9F2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08961"/>
            <a:ext cx="12192000" cy="565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08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8A47F5F-E8FE-40B8-AA57-1DFB9AEA7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18080" y="-30927864"/>
            <a:ext cx="47030640" cy="433053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933F27-5289-4CE4-98EA-0200B4725733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63858-F259-44C4-89BB-27791F7BF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8155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6F6152-2C37-4FE1-9BDF-5CC9A0ED34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5539"/>
            <a:ext cx="12192000" cy="5658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31315F-C888-493E-8206-667ADE4FEA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74273"/>
            <a:ext cx="12192000" cy="514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99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64E53D9-13D6-4EAD-B0BC-28AE6C6A6DA1}"/>
              </a:ext>
            </a:extLst>
          </p:cNvPr>
          <p:cNvSpPr/>
          <p:nvPr/>
        </p:nvSpPr>
        <p:spPr>
          <a:xfrm>
            <a:off x="-2" y="9409190"/>
            <a:ext cx="12192000" cy="6215087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12E411-09D3-4248-9576-348BD0C91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14703" y="-26304240"/>
            <a:ext cx="42361844" cy="378256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933F27-5289-4CE4-98EA-0200B4725733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63858-F259-44C4-89BB-27791F7BF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117977"/>
            <a:ext cx="12192000" cy="58155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6F6152-2C37-4FE1-9BDF-5CC9A0ED34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02438"/>
            <a:ext cx="12192000" cy="5658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31315F-C888-493E-8206-667ADE4FEA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56296"/>
            <a:ext cx="12192000" cy="514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29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57555F-839D-4727-AA7B-D4877863A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14703" y="-26304240"/>
            <a:ext cx="42361844" cy="378256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686421-DEE2-4DF1-88ED-763878715FFF}"/>
              </a:ext>
            </a:extLst>
          </p:cNvPr>
          <p:cNvSpPr/>
          <p:nvPr/>
        </p:nvSpPr>
        <p:spPr>
          <a:xfrm>
            <a:off x="0" y="450755"/>
            <a:ext cx="12192000" cy="6955885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178820C-1085-4C60-832D-C27818B07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354998"/>
            <a:ext cx="12192000" cy="565873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E4A00A9-46BD-4CDE-9542-3EE5182D1B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96264"/>
            <a:ext cx="12192000" cy="514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398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57555F-839D-4727-AA7B-D4877863A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14703" y="-26304240"/>
            <a:ext cx="42361844" cy="3782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723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57555F-839D-4727-AA7B-D4877863A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738" y="-27989"/>
            <a:ext cx="7508752" cy="691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742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57555F-839D-4727-AA7B-D4877863A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08" y="1146091"/>
            <a:ext cx="4958592" cy="45658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D3CB71-5753-4F1E-B876-0729ECB1E780}"/>
              </a:ext>
            </a:extLst>
          </p:cNvPr>
          <p:cNvSpPr txBox="1"/>
          <p:nvPr/>
        </p:nvSpPr>
        <p:spPr>
          <a:xfrm>
            <a:off x="6660776" y="1146091"/>
            <a:ext cx="3998259" cy="422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0772CB-8059-40EC-91B6-1A9803F864C2}"/>
              </a:ext>
            </a:extLst>
          </p:cNvPr>
          <p:cNvGrpSpPr/>
          <p:nvPr/>
        </p:nvGrpSpPr>
        <p:grpSpPr>
          <a:xfrm>
            <a:off x="5093063" y="2330823"/>
            <a:ext cx="5764306" cy="2196353"/>
            <a:chOff x="5290286" y="2484615"/>
            <a:chExt cx="5764306" cy="219635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EE95A2C-9ACE-453E-BDF3-D1F9300A3A6C}"/>
                </a:ext>
              </a:extLst>
            </p:cNvPr>
            <p:cNvSpPr/>
            <p:nvPr/>
          </p:nvSpPr>
          <p:spPr>
            <a:xfrm>
              <a:off x="5290286" y="2484615"/>
              <a:ext cx="5764306" cy="2196353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EB41029-77E7-462A-838A-CC90927B65C0}"/>
                </a:ext>
              </a:extLst>
            </p:cNvPr>
            <p:cNvSpPr txBox="1"/>
            <p:nvPr/>
          </p:nvSpPr>
          <p:spPr>
            <a:xfrm>
              <a:off x="6096000" y="3228848"/>
              <a:ext cx="439270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The main of </a:t>
              </a:r>
              <a:r>
                <a:rPr lang="en-US" sz="4000" dirty="0" err="1">
                  <a:solidFill>
                    <a:schemeClr val="bg1"/>
                  </a:solidFill>
                  <a:latin typeface="Arial Nova" panose="020B0504020202020204" pitchFamily="34" charset="0"/>
                </a:rPr>
                <a:t>github</a:t>
              </a:r>
              <a:endParaRPr lang="en-US" sz="4000" dirty="0">
                <a:solidFill>
                  <a:schemeClr val="bg1"/>
                </a:solidFill>
                <a:latin typeface="Arial Nova" panose="020B05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9013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B6AEFF-A9CA-4B8C-BE64-D9B444DF6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114" y="1112467"/>
            <a:ext cx="4959818" cy="456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347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078B7E87-A644-4B9F-B13A-3AB4D858F00D}"/>
              </a:ext>
            </a:extLst>
          </p:cNvPr>
          <p:cNvGrpSpPr/>
          <p:nvPr/>
        </p:nvGrpSpPr>
        <p:grpSpPr>
          <a:xfrm>
            <a:off x="1036320" y="-2142534"/>
            <a:ext cx="43450945" cy="59041179"/>
            <a:chOff x="489654" y="-628618"/>
            <a:chExt cx="13068361" cy="19289635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5AFF59F-C3C0-4986-9657-0F989400B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3126" y="424245"/>
              <a:ext cx="1491721" cy="1491721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82A8355-3297-4051-91D2-B95654127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6601">
              <a:off x="8693834" y="557278"/>
              <a:ext cx="1491721" cy="1491721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A72B6FE-AA83-4330-8A38-68793A5B5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7589">
              <a:off x="2018986" y="3232492"/>
              <a:ext cx="1491721" cy="1491721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3211539-69C3-4ABE-9535-F5D2F3D43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804062">
              <a:off x="6404462" y="3737462"/>
              <a:ext cx="1491721" cy="1491721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A3EB883-4F80-460D-B50D-6D0B32ABF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07870">
              <a:off x="10329863" y="4791785"/>
              <a:ext cx="1491721" cy="1491721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8F0D634-7DA4-4637-A99A-B426FB139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82820">
              <a:off x="916025" y="5537645"/>
              <a:ext cx="1491721" cy="1491721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5D6FF5F5-1AF9-49B2-833B-B9C14765A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2772" y="-628618"/>
              <a:ext cx="1491721" cy="1491721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A1FE114-C1DE-417F-95B8-233435DE8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8962" y="6273658"/>
              <a:ext cx="1491721" cy="1491721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6B86018-4790-45CA-9273-EFB8BD800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21206">
              <a:off x="8204646" y="7697413"/>
              <a:ext cx="1491721" cy="1491721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2498CC2-F466-4980-ACBD-9615BFC2C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2142" y="2359781"/>
              <a:ext cx="1491721" cy="1491721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C9B4A8D-799B-4F19-91DF-5B7567BE7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65201">
              <a:off x="1470778" y="8722267"/>
              <a:ext cx="1491721" cy="1491721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D10E71D-8B55-4F0D-8043-5D73D1B45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7604" y="9557373"/>
              <a:ext cx="1491721" cy="1491721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AF46F0C-D214-4D79-B4B0-378FAB123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804062">
              <a:off x="3433203" y="10868999"/>
              <a:ext cx="1491721" cy="1491721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BCA49B38-9274-4044-AB03-C44457AD2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07870">
              <a:off x="7358604" y="11923322"/>
              <a:ext cx="1491721" cy="1491721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ABCF8F7E-0E6A-4560-9FE9-0851FFCEB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44734">
              <a:off x="5314246" y="13501577"/>
              <a:ext cx="1491721" cy="1491721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C2004EF4-6A5D-479D-8B91-004B44BB5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582951">
              <a:off x="12066294" y="11835195"/>
              <a:ext cx="1491721" cy="1491721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6B327D9-ED47-41F7-9C52-1C89B186A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654" y="13725898"/>
              <a:ext cx="1491721" cy="1491721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45A0FC68-822A-47EE-B127-05AA53ED3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79143">
              <a:off x="8446527" y="15401403"/>
              <a:ext cx="1491721" cy="1491721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FFE2AFAD-B4F9-4231-88ED-E0C52B4D1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79143">
              <a:off x="3372132" y="17169296"/>
              <a:ext cx="1491721" cy="1491721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17BD571-0A43-4D96-B212-F6AA23ED5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19235">
              <a:off x="11242141" y="16198240"/>
              <a:ext cx="1491721" cy="1491721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A989C62-F876-4F91-9662-DCF899770F04}"/>
              </a:ext>
            </a:extLst>
          </p:cNvPr>
          <p:cNvGrpSpPr/>
          <p:nvPr/>
        </p:nvGrpSpPr>
        <p:grpSpPr>
          <a:xfrm>
            <a:off x="660926" y="7171104"/>
            <a:ext cx="11070881" cy="21459790"/>
            <a:chOff x="1544775" y="-1772789"/>
            <a:chExt cx="11070881" cy="21459790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AA73619F-8CBD-4A7E-8C61-628B33E3E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23706">
              <a:off x="6479504" y="3413190"/>
              <a:ext cx="2346205" cy="2346205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5D0D7BFF-5001-4D91-9B76-4A5100974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1544775" y="516737"/>
              <a:ext cx="2505676" cy="2505676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65A3C717-104E-4D13-BDCD-8DE034768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59684">
              <a:off x="7531490" y="-1772789"/>
              <a:ext cx="2505676" cy="250567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4935F423-53FD-4CCB-9346-89E610B5A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52554">
              <a:off x="2426017" y="5632953"/>
              <a:ext cx="2505676" cy="250567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42835B9-D701-45C9-8872-54B8F689A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9679095" y="5694355"/>
              <a:ext cx="2505676" cy="2505676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01E35EAA-6685-4D00-A45F-498FC7F71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967918">
              <a:off x="7855597" y="9745662"/>
              <a:ext cx="2505676" cy="2505676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804207C3-2A21-4E93-94CF-9400905293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72343">
              <a:off x="1609247" y="10174574"/>
              <a:ext cx="2505676" cy="2505676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EBEF9D0-8248-40BE-9236-F05BB41A3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23706">
              <a:off x="4043295" y="13776169"/>
              <a:ext cx="2346205" cy="2346205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E3AF9A38-A088-4D44-8FE3-8F537A072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10109980" y="15233977"/>
              <a:ext cx="2505676" cy="2505676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B912EB8E-0FC7-479A-8A6D-94A5DC1D2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52554">
              <a:off x="3286557" y="17181325"/>
              <a:ext cx="2505676" cy="2505676"/>
            </a:xfrm>
            <a:prstGeom prst="rect">
              <a:avLst/>
            </a:prstGeom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819E734B-94DF-4FAF-86D8-460DBCA51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114" y="1112467"/>
            <a:ext cx="4959818" cy="456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121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078B7E87-A644-4B9F-B13A-3AB4D858F00D}"/>
              </a:ext>
            </a:extLst>
          </p:cNvPr>
          <p:cNvGrpSpPr/>
          <p:nvPr/>
        </p:nvGrpSpPr>
        <p:grpSpPr>
          <a:xfrm>
            <a:off x="259621" y="-745424"/>
            <a:ext cx="13068361" cy="19289635"/>
            <a:chOff x="489654" y="-628618"/>
            <a:chExt cx="13068361" cy="19289635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5AFF59F-C3C0-4986-9657-0F989400B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3126" y="424245"/>
              <a:ext cx="1491721" cy="1491721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82A8355-3297-4051-91D2-B95654127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6601">
              <a:off x="8693834" y="557278"/>
              <a:ext cx="1491721" cy="1491721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A72B6FE-AA83-4330-8A38-68793A5B5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7589">
              <a:off x="2018986" y="3232492"/>
              <a:ext cx="1491721" cy="1491721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3211539-69C3-4ABE-9535-F5D2F3D43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804062">
              <a:off x="6404462" y="3737462"/>
              <a:ext cx="1491721" cy="1491721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A3EB883-4F80-460D-B50D-6D0B32ABF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07870">
              <a:off x="10329863" y="4791785"/>
              <a:ext cx="1491721" cy="1491721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8F0D634-7DA4-4637-A99A-B426FB139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82820">
              <a:off x="916025" y="5537645"/>
              <a:ext cx="1491721" cy="1491721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5D6FF5F5-1AF9-49B2-833B-B9C14765A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2772" y="-628618"/>
              <a:ext cx="1491721" cy="1491721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A1FE114-C1DE-417F-95B8-233435DE8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8962" y="6273658"/>
              <a:ext cx="1491721" cy="1491721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6B86018-4790-45CA-9273-EFB8BD800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21206">
              <a:off x="8204646" y="7697413"/>
              <a:ext cx="1491721" cy="1491721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2498CC2-F466-4980-ACBD-9615BFC2C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2142" y="2359781"/>
              <a:ext cx="1491721" cy="1491721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C9B4A8D-799B-4F19-91DF-5B7567BE7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65201">
              <a:off x="1470778" y="8722267"/>
              <a:ext cx="1491721" cy="1491721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D10E71D-8B55-4F0D-8043-5D73D1B45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7604" y="9557373"/>
              <a:ext cx="1491721" cy="1491721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AF46F0C-D214-4D79-B4B0-378FAB123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804062">
              <a:off x="3433203" y="10868999"/>
              <a:ext cx="1491721" cy="1491721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BCA49B38-9274-4044-AB03-C44457AD2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07870">
              <a:off x="7358604" y="11923322"/>
              <a:ext cx="1491721" cy="1491721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ABCF8F7E-0E6A-4560-9FE9-0851FFCEB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44734">
              <a:off x="5314246" y="13501577"/>
              <a:ext cx="1491721" cy="1491721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C2004EF4-6A5D-479D-8B91-004B44BB5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582951">
              <a:off x="12066294" y="11835195"/>
              <a:ext cx="1491721" cy="1491721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6B327D9-ED47-41F7-9C52-1C89B186A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654" y="13725898"/>
              <a:ext cx="1491721" cy="1491721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45A0FC68-822A-47EE-B127-05AA53ED3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79143">
              <a:off x="8446527" y="15401403"/>
              <a:ext cx="1491721" cy="1491721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FFE2AFAD-B4F9-4231-88ED-E0C52B4D1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79143">
              <a:off x="3372132" y="17169296"/>
              <a:ext cx="1491721" cy="1491721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17BD571-0A43-4D96-B212-F6AA23ED5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19235">
              <a:off x="11242141" y="16198240"/>
              <a:ext cx="1491721" cy="1491721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A989C62-F876-4F91-9662-DCF899770F04}"/>
              </a:ext>
            </a:extLst>
          </p:cNvPr>
          <p:cNvGrpSpPr/>
          <p:nvPr/>
        </p:nvGrpSpPr>
        <p:grpSpPr>
          <a:xfrm>
            <a:off x="560559" y="-5615596"/>
            <a:ext cx="11070881" cy="21459790"/>
            <a:chOff x="1544775" y="-1772789"/>
            <a:chExt cx="11070881" cy="21459790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AA73619F-8CBD-4A7E-8C61-628B33E3E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23706">
              <a:off x="6479504" y="3413190"/>
              <a:ext cx="2346205" cy="2346205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5D0D7BFF-5001-4D91-9B76-4A5100974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1544775" y="516737"/>
              <a:ext cx="2505676" cy="2505676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65A3C717-104E-4D13-BDCD-8DE034768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59684">
              <a:off x="7531490" y="-1772789"/>
              <a:ext cx="2505676" cy="250567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4935F423-53FD-4CCB-9346-89E610B5A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52554">
              <a:off x="2426017" y="5632953"/>
              <a:ext cx="2505676" cy="250567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42835B9-D701-45C9-8872-54B8F689A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9679095" y="5694355"/>
              <a:ext cx="2505676" cy="2505676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01E35EAA-6685-4D00-A45F-498FC7F71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967918">
              <a:off x="7855597" y="9745662"/>
              <a:ext cx="2505676" cy="2505676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804207C3-2A21-4E93-94CF-9400905293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72343">
              <a:off x="1609247" y="10174574"/>
              <a:ext cx="2505676" cy="2505676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EBEF9D0-8248-40BE-9236-F05BB41A3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23706">
              <a:off x="4043295" y="13776169"/>
              <a:ext cx="2346205" cy="2346205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E3AF9A38-A088-4D44-8FE3-8F537A072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10109980" y="15233977"/>
              <a:ext cx="2505676" cy="2505676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B912EB8E-0FC7-479A-8A6D-94A5DC1D2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52554">
              <a:off x="3286557" y="17181325"/>
              <a:ext cx="2505676" cy="250567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1EBDD3B-C931-4AAF-A520-962555AA4B80}"/>
              </a:ext>
            </a:extLst>
          </p:cNvPr>
          <p:cNvSpPr txBox="1"/>
          <p:nvPr/>
        </p:nvSpPr>
        <p:spPr>
          <a:xfrm>
            <a:off x="3863058" y="2539298"/>
            <a:ext cx="6009246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rial Nova" panose="020B0504020202020204" pitchFamily="34" charset="0"/>
                <a:cs typeface="B Arshia" panose="00000400000000000000" pitchFamily="2" charset="-78"/>
              </a:rPr>
              <a:t>Issue management</a:t>
            </a:r>
            <a:endParaRPr lang="fa-IR" sz="4400" dirty="0">
              <a:latin typeface="Arial Nova" panose="020B0504020202020204" pitchFamily="34" charset="0"/>
              <a:cs typeface="B Arshia" panose="00000400000000000000" pitchFamily="2" charset="-78"/>
            </a:endParaRPr>
          </a:p>
          <a:p>
            <a:endParaRPr lang="en-US" sz="11500" dirty="0"/>
          </a:p>
        </p:txBody>
      </p:sp>
    </p:spTree>
    <p:extLst>
      <p:ext uri="{BB962C8B-B14F-4D97-AF65-F5344CB8AC3E}">
        <p14:creationId xmlns:p14="http://schemas.microsoft.com/office/powerpoint/2010/main" val="2427877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078B7E87-A644-4B9F-B13A-3AB4D858F00D}"/>
              </a:ext>
            </a:extLst>
          </p:cNvPr>
          <p:cNvGrpSpPr/>
          <p:nvPr/>
        </p:nvGrpSpPr>
        <p:grpSpPr>
          <a:xfrm>
            <a:off x="202135" y="-3336494"/>
            <a:ext cx="13068361" cy="19289635"/>
            <a:chOff x="489654" y="-628618"/>
            <a:chExt cx="13068361" cy="19289635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5AFF59F-C3C0-4986-9657-0F989400B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3126" y="424245"/>
              <a:ext cx="1491721" cy="1491721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82A8355-3297-4051-91D2-B95654127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6601">
              <a:off x="8693834" y="557278"/>
              <a:ext cx="1491721" cy="1491721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A72B6FE-AA83-4330-8A38-68793A5B5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7589">
              <a:off x="2018986" y="3232492"/>
              <a:ext cx="1491721" cy="1491721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3211539-69C3-4ABE-9535-F5D2F3D43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804062">
              <a:off x="6404462" y="3737462"/>
              <a:ext cx="1491721" cy="1491721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A3EB883-4F80-460D-B50D-6D0B32ABF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07870">
              <a:off x="10329863" y="4791785"/>
              <a:ext cx="1491721" cy="1491721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8F0D634-7DA4-4637-A99A-B426FB139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82820">
              <a:off x="916025" y="5537645"/>
              <a:ext cx="1491721" cy="1491721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5D6FF5F5-1AF9-49B2-833B-B9C14765A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2772" y="-628618"/>
              <a:ext cx="1491721" cy="1491721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A1FE114-C1DE-417F-95B8-233435DE8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8962" y="6273658"/>
              <a:ext cx="1491721" cy="1491721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6B86018-4790-45CA-9273-EFB8BD800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21206">
              <a:off x="8204646" y="7697413"/>
              <a:ext cx="1491721" cy="1491721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2498CC2-F466-4980-ACBD-9615BFC2C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2142" y="2359781"/>
              <a:ext cx="1491721" cy="1491721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C9B4A8D-799B-4F19-91DF-5B7567BE7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65201">
              <a:off x="1470778" y="8722267"/>
              <a:ext cx="1491721" cy="1491721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D10E71D-8B55-4F0D-8043-5D73D1B45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7604" y="9557373"/>
              <a:ext cx="1491721" cy="1491721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AF46F0C-D214-4D79-B4B0-378FAB123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804062">
              <a:off x="3433203" y="10868999"/>
              <a:ext cx="1491721" cy="1491721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BCA49B38-9274-4044-AB03-C44457AD2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07870">
              <a:off x="7358604" y="11923322"/>
              <a:ext cx="1491721" cy="1491721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ABCF8F7E-0E6A-4560-9FE9-0851FFCEB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44734">
              <a:off x="5314246" y="13501577"/>
              <a:ext cx="1491721" cy="1491721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C2004EF4-6A5D-479D-8B91-004B44BB5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582951">
              <a:off x="12066294" y="11835195"/>
              <a:ext cx="1491721" cy="1491721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6B327D9-ED47-41F7-9C52-1C89B186A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654" y="13725898"/>
              <a:ext cx="1491721" cy="1491721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45A0FC68-822A-47EE-B127-05AA53ED3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79143">
              <a:off x="8446527" y="15401403"/>
              <a:ext cx="1491721" cy="1491721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FFE2AFAD-B4F9-4231-88ED-E0C52B4D1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79143">
              <a:off x="3372132" y="17169296"/>
              <a:ext cx="1491721" cy="1491721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17BD571-0A43-4D96-B212-F6AA23ED5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19235">
              <a:off x="11242141" y="16198240"/>
              <a:ext cx="1491721" cy="1491721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A989C62-F876-4F91-9662-DCF899770F04}"/>
              </a:ext>
            </a:extLst>
          </p:cNvPr>
          <p:cNvGrpSpPr/>
          <p:nvPr/>
        </p:nvGrpSpPr>
        <p:grpSpPr>
          <a:xfrm>
            <a:off x="985607" y="-11239140"/>
            <a:ext cx="11070881" cy="21459790"/>
            <a:chOff x="1544775" y="-1772789"/>
            <a:chExt cx="11070881" cy="21459790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AA73619F-8CBD-4A7E-8C61-628B33E3E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23706">
              <a:off x="6479504" y="3413190"/>
              <a:ext cx="2346205" cy="2346205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5D0D7BFF-5001-4D91-9B76-4A5100974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1544775" y="516737"/>
              <a:ext cx="2505676" cy="2505676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65A3C717-104E-4D13-BDCD-8DE034768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59684">
              <a:off x="7531490" y="-1772789"/>
              <a:ext cx="2505676" cy="250567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4935F423-53FD-4CCB-9346-89E610B5A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52554">
              <a:off x="2426017" y="5632953"/>
              <a:ext cx="2505676" cy="250567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42835B9-D701-45C9-8872-54B8F689A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9679095" y="5694355"/>
              <a:ext cx="2505676" cy="2505676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01E35EAA-6685-4D00-A45F-498FC7F71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967918">
              <a:off x="7855597" y="9745662"/>
              <a:ext cx="2505676" cy="2505676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804207C3-2A21-4E93-94CF-9400905293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72343">
              <a:off x="1609247" y="10174574"/>
              <a:ext cx="2505676" cy="2505676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EBEF9D0-8248-40BE-9236-F05BB41A3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23706">
              <a:off x="4043295" y="13776169"/>
              <a:ext cx="2346205" cy="2346205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E3AF9A38-A088-4D44-8FE3-8F537A072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10109980" y="15233977"/>
              <a:ext cx="2505676" cy="2505676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B912EB8E-0FC7-479A-8A6D-94A5DC1D2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52554">
              <a:off x="3286557" y="17181325"/>
              <a:ext cx="2505676" cy="250567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1EBDD3B-C931-4AAF-A520-962555AA4B80}"/>
              </a:ext>
            </a:extLst>
          </p:cNvPr>
          <p:cNvSpPr txBox="1"/>
          <p:nvPr/>
        </p:nvSpPr>
        <p:spPr>
          <a:xfrm>
            <a:off x="1863849" y="2453051"/>
            <a:ext cx="82967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latin typeface="Arial Nova" panose="020B0504020202020204" pitchFamily="34" charset="0"/>
                <a:cs typeface="B Arshia" panose="00000400000000000000" pitchFamily="2" charset="-78"/>
              </a:rPr>
              <a:t>Pull Request</a:t>
            </a:r>
          </a:p>
        </p:txBody>
      </p:sp>
    </p:spTree>
    <p:extLst>
      <p:ext uri="{BB962C8B-B14F-4D97-AF65-F5344CB8AC3E}">
        <p14:creationId xmlns:p14="http://schemas.microsoft.com/office/powerpoint/2010/main" val="2336648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078B7E87-A644-4B9F-B13A-3AB4D858F00D}"/>
              </a:ext>
            </a:extLst>
          </p:cNvPr>
          <p:cNvGrpSpPr/>
          <p:nvPr/>
        </p:nvGrpSpPr>
        <p:grpSpPr>
          <a:xfrm>
            <a:off x="0" y="-7273607"/>
            <a:ext cx="13068361" cy="19289635"/>
            <a:chOff x="489654" y="-628618"/>
            <a:chExt cx="13068361" cy="19289635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5AFF59F-C3C0-4986-9657-0F989400B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3126" y="424245"/>
              <a:ext cx="1491721" cy="1491721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82A8355-3297-4051-91D2-B95654127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6601">
              <a:off x="8693834" y="557278"/>
              <a:ext cx="1491721" cy="1491721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A72B6FE-AA83-4330-8A38-68793A5B5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7589">
              <a:off x="2018986" y="3232492"/>
              <a:ext cx="1491721" cy="1491721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3211539-69C3-4ABE-9535-F5D2F3D43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804062">
              <a:off x="6404462" y="3737462"/>
              <a:ext cx="1491721" cy="1491721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A3EB883-4F80-460D-B50D-6D0B32ABF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07870">
              <a:off x="10329863" y="4791785"/>
              <a:ext cx="1491721" cy="1491721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8F0D634-7DA4-4637-A99A-B426FB139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82820">
              <a:off x="916025" y="5537645"/>
              <a:ext cx="1491721" cy="1491721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5D6FF5F5-1AF9-49B2-833B-B9C14765A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2772" y="-628618"/>
              <a:ext cx="1491721" cy="1491721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A1FE114-C1DE-417F-95B8-233435DE8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8962" y="6273658"/>
              <a:ext cx="1491721" cy="1491721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6B86018-4790-45CA-9273-EFB8BD800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21206">
              <a:off x="8204646" y="7697413"/>
              <a:ext cx="1491721" cy="1491721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2498CC2-F466-4980-ACBD-9615BFC2C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2142" y="2359781"/>
              <a:ext cx="1491721" cy="1491721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C9B4A8D-799B-4F19-91DF-5B7567BE7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65201">
              <a:off x="1470778" y="8722267"/>
              <a:ext cx="1491721" cy="1491721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D10E71D-8B55-4F0D-8043-5D73D1B45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7604" y="9557373"/>
              <a:ext cx="1491721" cy="1491721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AF46F0C-D214-4D79-B4B0-378FAB123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804062">
              <a:off x="3433203" y="10868999"/>
              <a:ext cx="1491721" cy="1491721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BCA49B38-9274-4044-AB03-C44457AD2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07870">
              <a:off x="7358604" y="11923322"/>
              <a:ext cx="1491721" cy="1491721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ABCF8F7E-0E6A-4560-9FE9-0851FFCEB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44734">
              <a:off x="5314246" y="13501577"/>
              <a:ext cx="1491721" cy="1491721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C2004EF4-6A5D-479D-8B91-004B44BB5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582951">
              <a:off x="12066294" y="11835195"/>
              <a:ext cx="1491721" cy="1491721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6B327D9-ED47-41F7-9C52-1C89B186A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654" y="13725898"/>
              <a:ext cx="1491721" cy="1491721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45A0FC68-822A-47EE-B127-05AA53ED3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79143">
              <a:off x="8446527" y="15401403"/>
              <a:ext cx="1491721" cy="1491721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FFE2AFAD-B4F9-4231-88ED-E0C52B4D1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79143">
              <a:off x="3372132" y="17169296"/>
              <a:ext cx="1491721" cy="1491721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17BD571-0A43-4D96-B212-F6AA23ED5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19235">
              <a:off x="11242141" y="16198240"/>
              <a:ext cx="1491721" cy="1491721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A989C62-F876-4F91-9662-DCF899770F04}"/>
              </a:ext>
            </a:extLst>
          </p:cNvPr>
          <p:cNvGrpSpPr/>
          <p:nvPr/>
        </p:nvGrpSpPr>
        <p:grpSpPr>
          <a:xfrm>
            <a:off x="-45971" y="-15827870"/>
            <a:ext cx="11070881" cy="21459790"/>
            <a:chOff x="1544775" y="-1772789"/>
            <a:chExt cx="11070881" cy="21459790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AA73619F-8CBD-4A7E-8C61-628B33E3E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23706">
              <a:off x="6479504" y="3413190"/>
              <a:ext cx="2346205" cy="2346205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5D0D7BFF-5001-4D91-9B76-4A5100974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1544775" y="516737"/>
              <a:ext cx="2505676" cy="2505676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65A3C717-104E-4D13-BDCD-8DE034768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59684">
              <a:off x="7531490" y="-1772789"/>
              <a:ext cx="2505676" cy="250567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4935F423-53FD-4CCB-9346-89E610B5A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52554">
              <a:off x="2426017" y="5632953"/>
              <a:ext cx="2505676" cy="250567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42835B9-D701-45C9-8872-54B8F689A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9679095" y="5694355"/>
              <a:ext cx="2505676" cy="2505676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01E35EAA-6685-4D00-A45F-498FC7F71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967918">
              <a:off x="7855597" y="9745662"/>
              <a:ext cx="2505676" cy="2505676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804207C3-2A21-4E93-94CF-9400905293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72343">
              <a:off x="1609247" y="10174574"/>
              <a:ext cx="2505676" cy="2505676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EBEF9D0-8248-40BE-9236-F05BB41A3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23706">
              <a:off x="4043295" y="13776169"/>
              <a:ext cx="2346205" cy="2346205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E3AF9A38-A088-4D44-8FE3-8F537A072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10109980" y="15233977"/>
              <a:ext cx="2505676" cy="2505676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B912EB8E-0FC7-479A-8A6D-94A5DC1D2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52554">
              <a:off x="3286557" y="17181325"/>
              <a:ext cx="2505676" cy="250567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1EBDD3B-C931-4AAF-A520-962555AA4B80}"/>
              </a:ext>
            </a:extLst>
          </p:cNvPr>
          <p:cNvSpPr txBox="1"/>
          <p:nvPr/>
        </p:nvSpPr>
        <p:spPr>
          <a:xfrm>
            <a:off x="2867563" y="2626418"/>
            <a:ext cx="77143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Arial Nova" panose="020B0504020202020204" pitchFamily="34" charset="0"/>
                <a:cs typeface="B Arshia" panose="00000400000000000000" pitchFamily="2" charset="-78"/>
              </a:rPr>
              <a:t>Documentation     maintenance project</a:t>
            </a:r>
            <a:endParaRPr lang="fa-IR" sz="4800" dirty="0">
              <a:latin typeface="Arial Nova" panose="020B0504020202020204" pitchFamily="34" charset="0"/>
              <a:cs typeface="B Arshi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92408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078B7E87-A644-4B9F-B13A-3AB4D858F00D}"/>
              </a:ext>
            </a:extLst>
          </p:cNvPr>
          <p:cNvGrpSpPr/>
          <p:nvPr/>
        </p:nvGrpSpPr>
        <p:grpSpPr>
          <a:xfrm>
            <a:off x="214610" y="-7107132"/>
            <a:ext cx="13068361" cy="19289635"/>
            <a:chOff x="489654" y="-628618"/>
            <a:chExt cx="13068361" cy="19289635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5AFF59F-C3C0-4986-9657-0F989400B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3126" y="424245"/>
              <a:ext cx="1491721" cy="1491721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82A8355-3297-4051-91D2-B95654127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6601">
              <a:off x="8693834" y="557278"/>
              <a:ext cx="1491721" cy="1491721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A72B6FE-AA83-4330-8A38-68793A5B5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7589">
              <a:off x="2018986" y="3232492"/>
              <a:ext cx="1491721" cy="1491721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3211539-69C3-4ABE-9535-F5D2F3D43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804062">
              <a:off x="6404462" y="3737462"/>
              <a:ext cx="1491721" cy="1491721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A3EB883-4F80-460D-B50D-6D0B32ABF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07870">
              <a:off x="10329863" y="4791785"/>
              <a:ext cx="1491721" cy="1491721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8F0D634-7DA4-4637-A99A-B426FB139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82820">
              <a:off x="916025" y="5537645"/>
              <a:ext cx="1491721" cy="1491721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5D6FF5F5-1AF9-49B2-833B-B9C14765A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2772" y="-628618"/>
              <a:ext cx="1491721" cy="1491721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A1FE114-C1DE-417F-95B8-233435DE8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8962" y="6273658"/>
              <a:ext cx="1491721" cy="1491721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6B86018-4790-45CA-9273-EFB8BD800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21206">
              <a:off x="8204646" y="7697413"/>
              <a:ext cx="1491721" cy="1491721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2498CC2-F466-4980-ACBD-9615BFC2C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2142" y="2359781"/>
              <a:ext cx="1491721" cy="1491721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C9B4A8D-799B-4F19-91DF-5B7567BE7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65201">
              <a:off x="1470778" y="8722267"/>
              <a:ext cx="1491721" cy="1491721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D10E71D-8B55-4F0D-8043-5D73D1B45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7604" y="9557373"/>
              <a:ext cx="1491721" cy="1491721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AF46F0C-D214-4D79-B4B0-378FAB123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804062">
              <a:off x="3433203" y="10868999"/>
              <a:ext cx="1491721" cy="1491721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BCA49B38-9274-4044-AB03-C44457AD2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07870">
              <a:off x="7358604" y="11923322"/>
              <a:ext cx="1491721" cy="1491721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ABCF8F7E-0E6A-4560-9FE9-0851FFCEB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44734">
              <a:off x="5314246" y="13501577"/>
              <a:ext cx="1491721" cy="1491721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C2004EF4-6A5D-479D-8B91-004B44BB5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582951">
              <a:off x="12066294" y="11835195"/>
              <a:ext cx="1491721" cy="1491721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6B327D9-ED47-41F7-9C52-1C89B186A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654" y="13725898"/>
              <a:ext cx="1491721" cy="1491721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45A0FC68-822A-47EE-B127-05AA53ED3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79143">
              <a:off x="8446527" y="15401403"/>
              <a:ext cx="1491721" cy="1491721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FFE2AFAD-B4F9-4231-88ED-E0C52B4D1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79143">
              <a:off x="3372132" y="17169296"/>
              <a:ext cx="1491721" cy="1491721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17BD571-0A43-4D96-B212-F6AA23ED5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19235">
              <a:off x="11242141" y="16198240"/>
              <a:ext cx="1491721" cy="1491721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A989C62-F876-4F91-9662-DCF899770F04}"/>
              </a:ext>
            </a:extLst>
          </p:cNvPr>
          <p:cNvGrpSpPr/>
          <p:nvPr/>
        </p:nvGrpSpPr>
        <p:grpSpPr>
          <a:xfrm>
            <a:off x="-109802" y="-12477909"/>
            <a:ext cx="11070881" cy="21459790"/>
            <a:chOff x="1544775" y="-1772789"/>
            <a:chExt cx="11070881" cy="21459790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AA73619F-8CBD-4A7E-8C61-628B33E3E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23706">
              <a:off x="6479504" y="3413190"/>
              <a:ext cx="2346205" cy="2346205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5D0D7BFF-5001-4D91-9B76-4A5100974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1544775" y="516737"/>
              <a:ext cx="2505676" cy="2505676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65A3C717-104E-4D13-BDCD-8DE034768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59684">
              <a:off x="7531490" y="-1772789"/>
              <a:ext cx="2505676" cy="250567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4935F423-53FD-4CCB-9346-89E610B5A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52554">
              <a:off x="2426017" y="5632953"/>
              <a:ext cx="2505676" cy="250567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42835B9-D701-45C9-8872-54B8F689A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9679095" y="5694355"/>
              <a:ext cx="2505676" cy="2505676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01E35EAA-6685-4D00-A45F-498FC7F71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967918">
              <a:off x="7855597" y="9745662"/>
              <a:ext cx="2505676" cy="2505676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804207C3-2A21-4E93-94CF-9400905293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72343">
              <a:off x="1609247" y="10174574"/>
              <a:ext cx="2505676" cy="2505676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EBEF9D0-8248-40BE-9236-F05BB41A3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23706">
              <a:off x="4043295" y="13776169"/>
              <a:ext cx="2346205" cy="2346205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E3AF9A38-A088-4D44-8FE3-8F537A072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10109980" y="15233977"/>
              <a:ext cx="2505676" cy="2505676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B912EB8E-0FC7-479A-8A6D-94A5DC1D2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52554">
              <a:off x="3286557" y="17181325"/>
              <a:ext cx="2505676" cy="250567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1EBDD3B-C931-4AAF-A520-962555AA4B80}"/>
              </a:ext>
            </a:extLst>
          </p:cNvPr>
          <p:cNvSpPr txBox="1"/>
          <p:nvPr/>
        </p:nvSpPr>
        <p:spPr>
          <a:xfrm>
            <a:off x="2340581" y="2426328"/>
            <a:ext cx="82967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err="1">
                <a:latin typeface="Arial Nova" panose="020B0504020202020204" pitchFamily="34" charset="0"/>
                <a:cs typeface="B Arshia" panose="00000400000000000000" pitchFamily="2" charset="-78"/>
              </a:rPr>
              <a:t>Fecilitating</a:t>
            </a:r>
            <a:r>
              <a:rPr lang="en-US" sz="5400" dirty="0">
                <a:latin typeface="Arial Nova" panose="020B0504020202020204" pitchFamily="34" charset="0"/>
                <a:cs typeface="B Arshia" panose="00000400000000000000" pitchFamily="2" charset="-78"/>
              </a:rPr>
              <a:t> team collaboration</a:t>
            </a:r>
            <a:endParaRPr lang="fa-IR" sz="5400" dirty="0">
              <a:latin typeface="Arial Nova" panose="020B0504020202020204" pitchFamily="34" charset="0"/>
              <a:cs typeface="B Arshi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52227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078B7E87-A644-4B9F-B13A-3AB4D858F00D}"/>
              </a:ext>
            </a:extLst>
          </p:cNvPr>
          <p:cNvGrpSpPr/>
          <p:nvPr/>
        </p:nvGrpSpPr>
        <p:grpSpPr>
          <a:xfrm>
            <a:off x="-271086" y="-7467252"/>
            <a:ext cx="13068361" cy="19289635"/>
            <a:chOff x="489654" y="-628618"/>
            <a:chExt cx="13068361" cy="19289635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5AFF59F-C3C0-4986-9657-0F989400B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3126" y="424245"/>
              <a:ext cx="1491721" cy="1491721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82A8355-3297-4051-91D2-B95654127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6601">
              <a:off x="8693834" y="557278"/>
              <a:ext cx="1491721" cy="1491721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A72B6FE-AA83-4330-8A38-68793A5B5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7589">
              <a:off x="2018986" y="3232492"/>
              <a:ext cx="1491721" cy="1491721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3211539-69C3-4ABE-9535-F5D2F3D43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804062">
              <a:off x="6404462" y="3737462"/>
              <a:ext cx="1491721" cy="1491721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A3EB883-4F80-460D-B50D-6D0B32ABF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07870">
              <a:off x="10329863" y="4791785"/>
              <a:ext cx="1491721" cy="1491721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8F0D634-7DA4-4637-A99A-B426FB139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82820">
              <a:off x="916025" y="5537645"/>
              <a:ext cx="1491721" cy="1491721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5D6FF5F5-1AF9-49B2-833B-B9C14765A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2772" y="-628618"/>
              <a:ext cx="1491721" cy="1491721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A1FE114-C1DE-417F-95B8-233435DE8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8962" y="6273658"/>
              <a:ext cx="1491721" cy="1491721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6B86018-4790-45CA-9273-EFB8BD800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21206">
              <a:off x="8204646" y="7697413"/>
              <a:ext cx="1491721" cy="1491721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2498CC2-F466-4980-ACBD-9615BFC2C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2142" y="2359781"/>
              <a:ext cx="1491721" cy="1491721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C9B4A8D-799B-4F19-91DF-5B7567BE7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65201">
              <a:off x="1470778" y="8722267"/>
              <a:ext cx="1491721" cy="1491721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D10E71D-8B55-4F0D-8043-5D73D1B45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7604" y="9557373"/>
              <a:ext cx="1491721" cy="1491721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AF46F0C-D214-4D79-B4B0-378FAB123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804062">
              <a:off x="3433203" y="10868999"/>
              <a:ext cx="1491721" cy="1491721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BCA49B38-9274-4044-AB03-C44457AD2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07870">
              <a:off x="7358604" y="11923322"/>
              <a:ext cx="1491721" cy="1491721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ABCF8F7E-0E6A-4560-9FE9-0851FFCEB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44734">
              <a:off x="5314246" y="13501577"/>
              <a:ext cx="1491721" cy="1491721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C2004EF4-6A5D-479D-8B91-004B44BB5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582951">
              <a:off x="12066294" y="11835195"/>
              <a:ext cx="1491721" cy="1491721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6B327D9-ED47-41F7-9C52-1C89B186A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654" y="13725898"/>
              <a:ext cx="1491721" cy="1491721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45A0FC68-822A-47EE-B127-05AA53ED3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79143">
              <a:off x="8446527" y="15401403"/>
              <a:ext cx="1491721" cy="1491721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FFE2AFAD-B4F9-4231-88ED-E0C52B4D1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79143">
              <a:off x="3372132" y="17169296"/>
              <a:ext cx="1491721" cy="1491721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17BD571-0A43-4D96-B212-F6AA23ED5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19235">
              <a:off x="11242141" y="16198240"/>
              <a:ext cx="1491721" cy="1491721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A989C62-F876-4F91-9662-DCF899770F04}"/>
              </a:ext>
            </a:extLst>
          </p:cNvPr>
          <p:cNvGrpSpPr/>
          <p:nvPr/>
        </p:nvGrpSpPr>
        <p:grpSpPr>
          <a:xfrm>
            <a:off x="1053929" y="-18630021"/>
            <a:ext cx="11070881" cy="21459790"/>
            <a:chOff x="1544775" y="-1772789"/>
            <a:chExt cx="11070881" cy="21459790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AA73619F-8CBD-4A7E-8C61-628B33E3E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23706">
              <a:off x="6479504" y="3413190"/>
              <a:ext cx="2346205" cy="2346205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5D0D7BFF-5001-4D91-9B76-4A5100974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1544775" y="516737"/>
              <a:ext cx="2505676" cy="2505676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65A3C717-104E-4D13-BDCD-8DE034768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59684">
              <a:off x="7531490" y="-1772789"/>
              <a:ext cx="2505676" cy="250567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4935F423-53FD-4CCB-9346-89E610B5A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52554">
              <a:off x="2426017" y="5632953"/>
              <a:ext cx="2505676" cy="250567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42835B9-D701-45C9-8872-54B8F689A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9679095" y="5694355"/>
              <a:ext cx="2505676" cy="2505676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01E35EAA-6685-4D00-A45F-498FC7F71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967918">
              <a:off x="7855597" y="9745662"/>
              <a:ext cx="2505676" cy="2505676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804207C3-2A21-4E93-94CF-9400905293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72343">
              <a:off x="1609247" y="10174574"/>
              <a:ext cx="2505676" cy="2505676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EBEF9D0-8248-40BE-9236-F05BB41A3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23706">
              <a:off x="4043295" y="13776169"/>
              <a:ext cx="2346205" cy="2346205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E3AF9A38-A088-4D44-8FE3-8F537A072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6498">
              <a:off x="10109980" y="15233977"/>
              <a:ext cx="2505676" cy="2505676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B912EB8E-0FC7-479A-8A6D-94A5DC1D2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1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52554">
              <a:off x="3286557" y="17181325"/>
              <a:ext cx="2505676" cy="250567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1EBDD3B-C931-4AAF-A520-962555AA4B80}"/>
              </a:ext>
            </a:extLst>
          </p:cNvPr>
          <p:cNvSpPr txBox="1"/>
          <p:nvPr/>
        </p:nvSpPr>
        <p:spPr>
          <a:xfrm>
            <a:off x="2752088" y="2522607"/>
            <a:ext cx="77050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5400" dirty="0">
                <a:latin typeface="Arial Nova" panose="020B0504020202020204" pitchFamily="34" charset="0"/>
                <a:cs typeface="B Arshia" panose="00000400000000000000" pitchFamily="2" charset="-78"/>
              </a:rPr>
              <a:t>Creating public and private repositories</a:t>
            </a:r>
          </a:p>
        </p:txBody>
      </p:sp>
    </p:spTree>
    <p:extLst>
      <p:ext uri="{BB962C8B-B14F-4D97-AF65-F5344CB8AC3E}">
        <p14:creationId xmlns:p14="http://schemas.microsoft.com/office/powerpoint/2010/main" val="1752752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git</Template>
  <TotalTime>1892</TotalTime>
  <Words>108</Words>
  <Application>Microsoft Office PowerPoint</Application>
  <PresentationFormat>Widescreen</PresentationFormat>
  <Paragraphs>36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Nova</vt:lpstr>
      <vt:lpstr>Calibri</vt:lpstr>
      <vt:lpstr>Calibri Light</vt:lpstr>
      <vt:lpstr>Office Theme</vt:lpstr>
      <vt:lpstr>What is git?</vt:lpstr>
      <vt:lpstr>PowerPoint Presentation</vt:lpstr>
      <vt:lpstr>PowerPoint Presentation</vt:lpstr>
      <vt:lpstr>مثال ملموس</vt:lpstr>
      <vt:lpstr>مثال ملموس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گیت چیست</dc:title>
  <dc:creator>fati afrozi</dc:creator>
  <cp:lastModifiedBy>fati afrozi</cp:lastModifiedBy>
  <cp:revision>64</cp:revision>
  <dcterms:created xsi:type="dcterms:W3CDTF">2024-10-16T22:13:32Z</dcterms:created>
  <dcterms:modified xsi:type="dcterms:W3CDTF">2025-11-05T20:31:13Z</dcterms:modified>
</cp:coreProperties>
</file>